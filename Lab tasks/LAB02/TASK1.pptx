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1st Generation</c:v>
                </c:pt>
                <c:pt idx="1">
                  <c:v>2nd Generation</c:v>
                </c:pt>
                <c:pt idx="2">
                  <c:v>3rd Generation</c:v>
                </c:pt>
                <c:pt idx="3">
                  <c:v>4th Generation</c:v>
                </c:pt>
                <c:pt idx="4">
                  <c:v>5th Generation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1000</c:v>
                </c:pt>
                <c:pt idx="4">
                  <c:v>10000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3A-4708-8BF9-E45DB7DA41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Size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1st Generation</c:v>
                </c:pt>
                <c:pt idx="1">
                  <c:v>2nd Generation</c:v>
                </c:pt>
                <c:pt idx="2">
                  <c:v>3rd Generation</c:v>
                </c:pt>
                <c:pt idx="3">
                  <c:v>4th Generation</c:v>
                </c:pt>
                <c:pt idx="4">
                  <c:v>5th Generation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10000</c:v>
                </c:pt>
                <c:pt idx="1">
                  <c:v>5000</c:v>
                </c:pt>
                <c:pt idx="2">
                  <c:v>1000</c:v>
                </c:pt>
                <c:pt idx="3">
                  <c:v>200</c:v>
                </c:pt>
                <c:pt idx="4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E3A-4708-8BF9-E45DB7DA41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1st Generation</c:v>
                </c:pt>
                <c:pt idx="1">
                  <c:v>2nd Generation</c:v>
                </c:pt>
                <c:pt idx="2">
                  <c:v>3rd Generation</c:v>
                </c:pt>
                <c:pt idx="3">
                  <c:v>4th Generation</c:v>
                </c:pt>
                <c:pt idx="4">
                  <c:v>5th Generation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</c:v>
                </c:pt>
                <c:pt idx="1">
                  <c:v>50</c:v>
                </c:pt>
                <c:pt idx="2">
                  <c:v>200</c:v>
                </c:pt>
                <c:pt idx="3">
                  <c:v>1000</c:v>
                </c:pt>
                <c:pt idx="4">
                  <c:v>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E3A-4708-8BF9-E45DB7DA4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4886495"/>
        <c:axId val="1143796703"/>
      </c:lineChart>
      <c:catAx>
        <c:axId val="113488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143796703"/>
        <c:crosses val="autoZero"/>
        <c:auto val="1"/>
        <c:lblAlgn val="ctr"/>
        <c:lblOffset val="100"/>
        <c:noMultiLvlLbl val="0"/>
      </c:catAx>
      <c:valAx>
        <c:axId val="1143796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134886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2A7247-C602-4605-937B-C078B6DD396B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F783BB-209D-429B-9180-F61C02630A85}">
      <dgm:prSet phldrT="[Text]"/>
      <dgm:spPr/>
      <dgm:t>
        <a:bodyPr/>
        <a:lstStyle/>
        <a:p>
          <a:r>
            <a:rPr lang="en-US" dirty="0"/>
            <a:t>1</a:t>
          </a:r>
          <a:r>
            <a:rPr lang="en-US" baseline="30000" dirty="0"/>
            <a:t>st</a:t>
          </a:r>
          <a:r>
            <a:rPr lang="en-US" dirty="0"/>
            <a:t> Generation</a:t>
          </a:r>
        </a:p>
      </dgm:t>
    </dgm:pt>
    <dgm:pt modelId="{1307B253-9FBB-46CA-985B-645EC50B1A88}" type="parTrans" cxnId="{1D17D06A-0A4C-4F65-9354-2EA6285D1039}">
      <dgm:prSet/>
      <dgm:spPr/>
      <dgm:t>
        <a:bodyPr/>
        <a:lstStyle/>
        <a:p>
          <a:endParaRPr lang="en-US"/>
        </a:p>
      </dgm:t>
    </dgm:pt>
    <dgm:pt modelId="{42F16E88-9BFB-4AF4-A779-8AF9B34114BC}" type="sibTrans" cxnId="{1D17D06A-0A4C-4F65-9354-2EA6285D1039}">
      <dgm:prSet/>
      <dgm:spPr/>
      <dgm:t>
        <a:bodyPr/>
        <a:lstStyle/>
        <a:p>
          <a:endParaRPr lang="en-US"/>
        </a:p>
      </dgm:t>
    </dgm:pt>
    <dgm:pt modelId="{F5DFE4C2-8A2B-4157-9090-C002D8ACED21}">
      <dgm:prSet phldrT="[Text]"/>
      <dgm:spPr/>
      <dgm:t>
        <a:bodyPr/>
        <a:lstStyle/>
        <a:p>
          <a:r>
            <a:rPr lang="en-US" dirty="0"/>
            <a:t>1940s – 1950s</a:t>
          </a:r>
        </a:p>
      </dgm:t>
    </dgm:pt>
    <dgm:pt modelId="{C11DD0B2-EEC3-4353-960A-4778561F97FD}" type="parTrans" cxnId="{5ECE102B-EA57-4348-B782-716DD18EE93D}">
      <dgm:prSet/>
      <dgm:spPr/>
      <dgm:t>
        <a:bodyPr/>
        <a:lstStyle/>
        <a:p>
          <a:endParaRPr lang="en-US"/>
        </a:p>
      </dgm:t>
    </dgm:pt>
    <dgm:pt modelId="{7474FB76-959E-40B5-8BB3-7239E7E15DB3}" type="sibTrans" cxnId="{5ECE102B-EA57-4348-B782-716DD18EE93D}">
      <dgm:prSet/>
      <dgm:spPr/>
      <dgm:t>
        <a:bodyPr/>
        <a:lstStyle/>
        <a:p>
          <a:endParaRPr lang="en-US"/>
        </a:p>
      </dgm:t>
    </dgm:pt>
    <dgm:pt modelId="{B5DD96AE-BD75-44B2-8F59-F92B8B3F9329}">
      <dgm:prSet phldrT="[Text]"/>
      <dgm:spPr/>
      <dgm:t>
        <a:bodyPr/>
        <a:lstStyle/>
        <a:p>
          <a:r>
            <a:rPr lang="en-US" dirty="0"/>
            <a:t>Vacuum Tubes</a:t>
          </a:r>
        </a:p>
      </dgm:t>
    </dgm:pt>
    <dgm:pt modelId="{ADDCF50F-646E-4ED8-A6ED-671C28B97057}" type="parTrans" cxnId="{D5AAE018-0413-4A72-B23D-F0488D911091}">
      <dgm:prSet/>
      <dgm:spPr/>
      <dgm:t>
        <a:bodyPr/>
        <a:lstStyle/>
        <a:p>
          <a:endParaRPr lang="en-US"/>
        </a:p>
      </dgm:t>
    </dgm:pt>
    <dgm:pt modelId="{7ACC3CF3-6F56-4434-8A32-EE122C5C2518}" type="sibTrans" cxnId="{D5AAE018-0413-4A72-B23D-F0488D911091}">
      <dgm:prSet/>
      <dgm:spPr/>
      <dgm:t>
        <a:bodyPr/>
        <a:lstStyle/>
        <a:p>
          <a:endParaRPr lang="en-US"/>
        </a:p>
      </dgm:t>
    </dgm:pt>
    <dgm:pt modelId="{F1622CB5-072C-4DD8-B1F7-A8F557446586}">
      <dgm:prSet phldrT="[Text]"/>
      <dgm:spPr/>
      <dgm:t>
        <a:bodyPr/>
        <a:lstStyle/>
        <a:p>
          <a:r>
            <a:rPr lang="en-US" dirty="0"/>
            <a:t>2</a:t>
          </a:r>
          <a:r>
            <a:rPr lang="en-US" baseline="30000" dirty="0"/>
            <a:t>nd</a:t>
          </a:r>
          <a:r>
            <a:rPr lang="en-US" dirty="0"/>
            <a:t> Generation</a:t>
          </a:r>
        </a:p>
      </dgm:t>
    </dgm:pt>
    <dgm:pt modelId="{28521FF4-9265-4A3A-B434-DBC4A772E4DA}" type="parTrans" cxnId="{546A733A-9AAB-49BD-8D6A-CB7C8A285393}">
      <dgm:prSet/>
      <dgm:spPr/>
      <dgm:t>
        <a:bodyPr/>
        <a:lstStyle/>
        <a:p>
          <a:endParaRPr lang="en-US"/>
        </a:p>
      </dgm:t>
    </dgm:pt>
    <dgm:pt modelId="{5DDD86E3-80CB-4509-84A0-628DA3B3FBEA}" type="sibTrans" cxnId="{546A733A-9AAB-49BD-8D6A-CB7C8A285393}">
      <dgm:prSet/>
      <dgm:spPr/>
      <dgm:t>
        <a:bodyPr/>
        <a:lstStyle/>
        <a:p>
          <a:endParaRPr lang="en-US"/>
        </a:p>
      </dgm:t>
    </dgm:pt>
    <dgm:pt modelId="{4DFB41E1-0AE0-476F-A071-D47589ADBC79}">
      <dgm:prSet phldrT="[Text]"/>
      <dgm:spPr/>
      <dgm:t>
        <a:bodyPr/>
        <a:lstStyle/>
        <a:p>
          <a:r>
            <a:rPr lang="en-US" dirty="0"/>
            <a:t>1950s – 1960s</a:t>
          </a:r>
        </a:p>
      </dgm:t>
    </dgm:pt>
    <dgm:pt modelId="{E9A4FB09-F5E2-4846-8BE2-686F140254AD}" type="parTrans" cxnId="{EFFC7033-DA59-42F7-80F1-4B3D3568A68A}">
      <dgm:prSet/>
      <dgm:spPr/>
      <dgm:t>
        <a:bodyPr/>
        <a:lstStyle/>
        <a:p>
          <a:endParaRPr lang="en-US"/>
        </a:p>
      </dgm:t>
    </dgm:pt>
    <dgm:pt modelId="{192573AB-036C-4A03-BAC9-C6E55C64E562}" type="sibTrans" cxnId="{EFFC7033-DA59-42F7-80F1-4B3D3568A68A}">
      <dgm:prSet/>
      <dgm:spPr/>
      <dgm:t>
        <a:bodyPr/>
        <a:lstStyle/>
        <a:p>
          <a:endParaRPr lang="en-US"/>
        </a:p>
      </dgm:t>
    </dgm:pt>
    <dgm:pt modelId="{7440AA92-9FDD-4AE3-89B1-45D50410A89A}">
      <dgm:prSet phldrT="[Text]"/>
      <dgm:spPr/>
      <dgm:t>
        <a:bodyPr/>
        <a:lstStyle/>
        <a:p>
          <a:r>
            <a:rPr lang="en-US" dirty="0"/>
            <a:t>Transistors</a:t>
          </a:r>
        </a:p>
      </dgm:t>
    </dgm:pt>
    <dgm:pt modelId="{DCC57B37-4B0D-40BE-A683-5D6EF19DF0EE}" type="parTrans" cxnId="{6F00FCEA-8026-4031-A4C7-07A45B1449D5}">
      <dgm:prSet/>
      <dgm:spPr/>
      <dgm:t>
        <a:bodyPr/>
        <a:lstStyle/>
        <a:p>
          <a:endParaRPr lang="en-US"/>
        </a:p>
      </dgm:t>
    </dgm:pt>
    <dgm:pt modelId="{DEB14B4E-BF7E-4A57-84A4-15A01D756B19}" type="sibTrans" cxnId="{6F00FCEA-8026-4031-A4C7-07A45B1449D5}">
      <dgm:prSet/>
      <dgm:spPr/>
      <dgm:t>
        <a:bodyPr/>
        <a:lstStyle/>
        <a:p>
          <a:endParaRPr lang="en-US"/>
        </a:p>
      </dgm:t>
    </dgm:pt>
    <dgm:pt modelId="{1FC20753-8837-4335-9E9F-7B43F72E88B3}">
      <dgm:prSet phldrT="[Text]"/>
      <dgm:spPr/>
      <dgm:t>
        <a:bodyPr/>
        <a:lstStyle/>
        <a:p>
          <a:r>
            <a:rPr lang="en-US" dirty="0"/>
            <a:t>3</a:t>
          </a:r>
          <a:r>
            <a:rPr lang="en-US" baseline="30000" dirty="0"/>
            <a:t>rd</a:t>
          </a:r>
          <a:r>
            <a:rPr lang="en-US" dirty="0"/>
            <a:t> Generation</a:t>
          </a:r>
        </a:p>
      </dgm:t>
    </dgm:pt>
    <dgm:pt modelId="{67B8E7CE-A989-4854-8AB0-907AE2AA03AB}" type="sibTrans" cxnId="{566FD848-4FED-446F-B596-024227041713}">
      <dgm:prSet/>
      <dgm:spPr/>
      <dgm:t>
        <a:bodyPr/>
        <a:lstStyle/>
        <a:p>
          <a:endParaRPr lang="en-US"/>
        </a:p>
      </dgm:t>
    </dgm:pt>
    <dgm:pt modelId="{92BE5F2C-EF41-45E4-8EF8-F997B561564B}" type="parTrans" cxnId="{566FD848-4FED-446F-B596-024227041713}">
      <dgm:prSet/>
      <dgm:spPr/>
      <dgm:t>
        <a:bodyPr/>
        <a:lstStyle/>
        <a:p>
          <a:endParaRPr lang="en-US"/>
        </a:p>
      </dgm:t>
    </dgm:pt>
    <dgm:pt modelId="{3BDB7449-C94F-4AE7-9533-2A7AEF6F7BA2}">
      <dgm:prSet phldrT="[Text]"/>
      <dgm:spPr/>
      <dgm:t>
        <a:bodyPr/>
        <a:lstStyle/>
        <a:p>
          <a:r>
            <a:rPr lang="en-US" dirty="0"/>
            <a:t>4</a:t>
          </a:r>
          <a:r>
            <a:rPr lang="en-US" baseline="30000" dirty="0"/>
            <a:t>th</a:t>
          </a:r>
          <a:r>
            <a:rPr lang="en-US" dirty="0"/>
            <a:t> Generation</a:t>
          </a:r>
        </a:p>
      </dgm:t>
    </dgm:pt>
    <dgm:pt modelId="{62857BB8-EE21-4BCE-8D95-30580D83153F}" type="parTrans" cxnId="{7A129BEC-BFD4-4C71-951A-91F72682EEBA}">
      <dgm:prSet/>
      <dgm:spPr/>
      <dgm:t>
        <a:bodyPr/>
        <a:lstStyle/>
        <a:p>
          <a:endParaRPr lang="en-PK"/>
        </a:p>
      </dgm:t>
    </dgm:pt>
    <dgm:pt modelId="{4880E387-FC61-44DA-943C-B8997708CB6A}" type="sibTrans" cxnId="{7A129BEC-BFD4-4C71-951A-91F72682EEBA}">
      <dgm:prSet/>
      <dgm:spPr/>
      <dgm:t>
        <a:bodyPr/>
        <a:lstStyle/>
        <a:p>
          <a:endParaRPr lang="en-PK"/>
        </a:p>
      </dgm:t>
    </dgm:pt>
    <dgm:pt modelId="{FCF1B09F-CF15-4EBD-87B8-CF74C89C39E8}">
      <dgm:prSet/>
      <dgm:spPr/>
      <dgm:t>
        <a:bodyPr/>
        <a:lstStyle/>
        <a:p>
          <a:r>
            <a:rPr lang="en-US" dirty="0"/>
            <a:t>1960s – 1970s</a:t>
          </a:r>
          <a:endParaRPr lang="en-PK" dirty="0"/>
        </a:p>
      </dgm:t>
    </dgm:pt>
    <dgm:pt modelId="{F3F3D06E-6CD2-48D9-B3E1-42203596EEF7}" type="parTrans" cxnId="{D3099423-A4B5-4EB3-9176-09BFEE4FE553}">
      <dgm:prSet/>
      <dgm:spPr/>
      <dgm:t>
        <a:bodyPr/>
        <a:lstStyle/>
        <a:p>
          <a:endParaRPr lang="en-PK"/>
        </a:p>
      </dgm:t>
    </dgm:pt>
    <dgm:pt modelId="{A243E52E-B426-4BF1-9F58-91B827ABAADC}" type="sibTrans" cxnId="{D3099423-A4B5-4EB3-9176-09BFEE4FE553}">
      <dgm:prSet/>
      <dgm:spPr/>
      <dgm:t>
        <a:bodyPr/>
        <a:lstStyle/>
        <a:p>
          <a:endParaRPr lang="en-PK"/>
        </a:p>
      </dgm:t>
    </dgm:pt>
    <dgm:pt modelId="{829EF6DF-4F78-4B8D-8F99-B5C5530DE7F4}">
      <dgm:prSet/>
      <dgm:spPr/>
      <dgm:t>
        <a:bodyPr/>
        <a:lstStyle/>
        <a:p>
          <a:r>
            <a:rPr lang="en-US" dirty="0"/>
            <a:t>Integrated Circuits</a:t>
          </a:r>
          <a:endParaRPr lang="en-PK" dirty="0"/>
        </a:p>
      </dgm:t>
    </dgm:pt>
    <dgm:pt modelId="{E99CD005-2D6D-4D16-99CD-26BBA4D5B146}" type="parTrans" cxnId="{DB2E41D6-708F-4A6C-887C-8520317F09FE}">
      <dgm:prSet/>
      <dgm:spPr/>
      <dgm:t>
        <a:bodyPr/>
        <a:lstStyle/>
        <a:p>
          <a:endParaRPr lang="en-PK"/>
        </a:p>
      </dgm:t>
    </dgm:pt>
    <dgm:pt modelId="{40BF5E29-ED31-4223-B95B-369AB29A633F}" type="sibTrans" cxnId="{DB2E41D6-708F-4A6C-887C-8520317F09FE}">
      <dgm:prSet/>
      <dgm:spPr/>
      <dgm:t>
        <a:bodyPr/>
        <a:lstStyle/>
        <a:p>
          <a:endParaRPr lang="en-PK"/>
        </a:p>
      </dgm:t>
    </dgm:pt>
    <dgm:pt modelId="{DB609ED4-7A32-45C4-98FC-D6FD3290CA88}">
      <dgm:prSet/>
      <dgm:spPr/>
      <dgm:t>
        <a:bodyPr/>
        <a:lstStyle/>
        <a:p>
          <a:r>
            <a:rPr lang="en-US" dirty="0"/>
            <a:t>1970s – Present</a:t>
          </a:r>
          <a:endParaRPr lang="en-PK" dirty="0"/>
        </a:p>
      </dgm:t>
    </dgm:pt>
    <dgm:pt modelId="{FA64422F-7E73-444E-AAFA-1F693C708410}" type="parTrans" cxnId="{B5D2707A-F835-48E2-8C29-48A907600C23}">
      <dgm:prSet/>
      <dgm:spPr/>
      <dgm:t>
        <a:bodyPr/>
        <a:lstStyle/>
        <a:p>
          <a:endParaRPr lang="en-PK"/>
        </a:p>
      </dgm:t>
    </dgm:pt>
    <dgm:pt modelId="{CCE967F5-18FF-483A-855D-DE4B8CC20ABE}" type="sibTrans" cxnId="{B5D2707A-F835-48E2-8C29-48A907600C23}">
      <dgm:prSet/>
      <dgm:spPr/>
      <dgm:t>
        <a:bodyPr/>
        <a:lstStyle/>
        <a:p>
          <a:endParaRPr lang="en-PK"/>
        </a:p>
      </dgm:t>
    </dgm:pt>
    <dgm:pt modelId="{92A7BD39-3116-41DA-BA1B-698CEF7B6771}">
      <dgm:prSet/>
      <dgm:spPr/>
      <dgm:t>
        <a:bodyPr/>
        <a:lstStyle/>
        <a:p>
          <a:r>
            <a:rPr lang="en-US" dirty="0"/>
            <a:t>Microprocessors</a:t>
          </a:r>
          <a:endParaRPr lang="en-PK" dirty="0"/>
        </a:p>
      </dgm:t>
    </dgm:pt>
    <dgm:pt modelId="{FEDC8EC5-A2D6-4E74-B1B4-C4D9545078AC}" type="parTrans" cxnId="{2C4F41B5-062B-4CF9-88C2-A6F5E20530F8}">
      <dgm:prSet/>
      <dgm:spPr/>
      <dgm:t>
        <a:bodyPr/>
        <a:lstStyle/>
        <a:p>
          <a:endParaRPr lang="en-PK"/>
        </a:p>
      </dgm:t>
    </dgm:pt>
    <dgm:pt modelId="{B865FDAB-39F2-450C-9047-B58C29F5B983}" type="sibTrans" cxnId="{2C4F41B5-062B-4CF9-88C2-A6F5E20530F8}">
      <dgm:prSet/>
      <dgm:spPr/>
      <dgm:t>
        <a:bodyPr/>
        <a:lstStyle/>
        <a:p>
          <a:endParaRPr lang="en-PK"/>
        </a:p>
      </dgm:t>
    </dgm:pt>
    <dgm:pt modelId="{0CD7E109-09D6-4830-BE6F-D383DF3C3188}">
      <dgm:prSet/>
      <dgm:spPr/>
      <dgm:t>
        <a:bodyPr/>
        <a:lstStyle/>
        <a:p>
          <a:r>
            <a:rPr lang="en-US" dirty="0"/>
            <a:t>5</a:t>
          </a:r>
          <a:r>
            <a:rPr lang="en-US" baseline="30000" dirty="0"/>
            <a:t>th</a:t>
          </a:r>
          <a:r>
            <a:rPr lang="en-US" dirty="0"/>
            <a:t> Generation</a:t>
          </a:r>
          <a:endParaRPr lang="en-PK" dirty="0"/>
        </a:p>
      </dgm:t>
    </dgm:pt>
    <dgm:pt modelId="{852A1EA3-845D-4E9C-97B7-DCE1AFF553D6}" type="parTrans" cxnId="{08B235D0-2894-4A25-90D4-35981635851B}">
      <dgm:prSet/>
      <dgm:spPr/>
      <dgm:t>
        <a:bodyPr/>
        <a:lstStyle/>
        <a:p>
          <a:endParaRPr lang="en-PK"/>
        </a:p>
      </dgm:t>
    </dgm:pt>
    <dgm:pt modelId="{AAB92D2A-4D68-44AC-B05D-F33EFF6E86E0}" type="sibTrans" cxnId="{08B235D0-2894-4A25-90D4-35981635851B}">
      <dgm:prSet/>
      <dgm:spPr/>
      <dgm:t>
        <a:bodyPr/>
        <a:lstStyle/>
        <a:p>
          <a:endParaRPr lang="en-PK"/>
        </a:p>
      </dgm:t>
    </dgm:pt>
    <dgm:pt modelId="{E3065652-FE59-4561-BF57-A644FE4A081A}">
      <dgm:prSet/>
      <dgm:spPr/>
      <dgm:t>
        <a:bodyPr/>
        <a:lstStyle/>
        <a:p>
          <a:r>
            <a:rPr lang="en-US" dirty="0"/>
            <a:t>Present – Future</a:t>
          </a:r>
          <a:endParaRPr lang="en-PK" dirty="0"/>
        </a:p>
      </dgm:t>
    </dgm:pt>
    <dgm:pt modelId="{CEE51AB9-C613-4E42-BE4C-D78914392E2A}" type="parTrans" cxnId="{69DC0C09-561F-495E-AEE7-00CB8FD53AD8}">
      <dgm:prSet/>
      <dgm:spPr/>
      <dgm:t>
        <a:bodyPr/>
        <a:lstStyle/>
        <a:p>
          <a:endParaRPr lang="en-PK"/>
        </a:p>
      </dgm:t>
    </dgm:pt>
    <dgm:pt modelId="{9A8FC241-2AC4-4AD8-80D8-5CD93FE888D1}" type="sibTrans" cxnId="{69DC0C09-561F-495E-AEE7-00CB8FD53AD8}">
      <dgm:prSet/>
      <dgm:spPr/>
      <dgm:t>
        <a:bodyPr/>
        <a:lstStyle/>
        <a:p>
          <a:endParaRPr lang="en-PK"/>
        </a:p>
      </dgm:t>
    </dgm:pt>
    <dgm:pt modelId="{E839CC89-25EB-42E6-8EA6-812F846F5386}">
      <dgm:prSet/>
      <dgm:spPr/>
      <dgm:t>
        <a:bodyPr/>
        <a:lstStyle/>
        <a:p>
          <a:r>
            <a:rPr lang="en-US" dirty="0"/>
            <a:t>Artificial Intelligence</a:t>
          </a:r>
          <a:endParaRPr lang="en-PK" dirty="0"/>
        </a:p>
      </dgm:t>
    </dgm:pt>
    <dgm:pt modelId="{B851EC3B-27FE-4EC6-97FB-48E7AB6AE502}" type="parTrans" cxnId="{51E5E5AB-8A0D-419D-A373-CF10506E532D}">
      <dgm:prSet/>
      <dgm:spPr/>
      <dgm:t>
        <a:bodyPr/>
        <a:lstStyle/>
        <a:p>
          <a:endParaRPr lang="en-PK"/>
        </a:p>
      </dgm:t>
    </dgm:pt>
    <dgm:pt modelId="{1587E765-A350-4185-B341-E37143493B54}" type="sibTrans" cxnId="{51E5E5AB-8A0D-419D-A373-CF10506E532D}">
      <dgm:prSet/>
      <dgm:spPr/>
      <dgm:t>
        <a:bodyPr/>
        <a:lstStyle/>
        <a:p>
          <a:endParaRPr lang="en-PK"/>
        </a:p>
      </dgm:t>
    </dgm:pt>
    <dgm:pt modelId="{9FF29535-C269-476C-98D6-F731BCFE576A}" type="pres">
      <dgm:prSet presAssocID="{3C2A7247-C602-4605-937B-C078B6DD396B}" presName="linearFlow" presStyleCnt="0">
        <dgm:presLayoutVars>
          <dgm:dir/>
          <dgm:animLvl val="lvl"/>
          <dgm:resizeHandles val="exact"/>
        </dgm:presLayoutVars>
      </dgm:prSet>
      <dgm:spPr/>
    </dgm:pt>
    <dgm:pt modelId="{2E99EBBA-FB18-4303-B640-BD0D323A76CB}" type="pres">
      <dgm:prSet presAssocID="{53F783BB-209D-429B-9180-F61C02630A85}" presName="composite" presStyleCnt="0"/>
      <dgm:spPr/>
    </dgm:pt>
    <dgm:pt modelId="{8FF1F482-6DE1-4EDA-AFF3-E147F8F95F8A}" type="pres">
      <dgm:prSet presAssocID="{53F783BB-209D-429B-9180-F61C02630A85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D0AAECFF-BFA1-4758-B3D2-E4D49177B15A}" type="pres">
      <dgm:prSet presAssocID="{53F783BB-209D-429B-9180-F61C02630A85}" presName="descendantText" presStyleLbl="alignAcc1" presStyleIdx="0" presStyleCnt="5">
        <dgm:presLayoutVars>
          <dgm:bulletEnabled val="1"/>
        </dgm:presLayoutVars>
      </dgm:prSet>
      <dgm:spPr/>
    </dgm:pt>
    <dgm:pt modelId="{5D2BF480-53A4-4B0B-BC8D-94C91FDEA4D5}" type="pres">
      <dgm:prSet presAssocID="{42F16E88-9BFB-4AF4-A779-8AF9B34114BC}" presName="sp" presStyleCnt="0"/>
      <dgm:spPr/>
    </dgm:pt>
    <dgm:pt modelId="{7EDA6CDA-7AE9-45D5-981C-27C63561A9CD}" type="pres">
      <dgm:prSet presAssocID="{F1622CB5-072C-4DD8-B1F7-A8F557446586}" presName="composite" presStyleCnt="0"/>
      <dgm:spPr/>
    </dgm:pt>
    <dgm:pt modelId="{9C4ED7F3-0B99-4099-A89F-BBD8098B3081}" type="pres">
      <dgm:prSet presAssocID="{F1622CB5-072C-4DD8-B1F7-A8F557446586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71DE5AFF-CE26-4A37-B619-4895D8335C78}" type="pres">
      <dgm:prSet presAssocID="{F1622CB5-072C-4DD8-B1F7-A8F557446586}" presName="descendantText" presStyleLbl="alignAcc1" presStyleIdx="1" presStyleCnt="5">
        <dgm:presLayoutVars>
          <dgm:bulletEnabled val="1"/>
        </dgm:presLayoutVars>
      </dgm:prSet>
      <dgm:spPr/>
    </dgm:pt>
    <dgm:pt modelId="{0E349EA6-7B8C-4B41-B7DC-5E9126FACF72}" type="pres">
      <dgm:prSet presAssocID="{5DDD86E3-80CB-4509-84A0-628DA3B3FBEA}" presName="sp" presStyleCnt="0"/>
      <dgm:spPr/>
    </dgm:pt>
    <dgm:pt modelId="{B06CA4A5-E655-4661-8E15-C3C1E90043C6}" type="pres">
      <dgm:prSet presAssocID="{1FC20753-8837-4335-9E9F-7B43F72E88B3}" presName="composite" presStyleCnt="0"/>
      <dgm:spPr/>
    </dgm:pt>
    <dgm:pt modelId="{07FA7470-CA78-4D96-A992-4F8658B01E80}" type="pres">
      <dgm:prSet presAssocID="{1FC20753-8837-4335-9E9F-7B43F72E88B3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1B7408F0-4D58-49F7-B8F5-C90F8B98B590}" type="pres">
      <dgm:prSet presAssocID="{1FC20753-8837-4335-9E9F-7B43F72E88B3}" presName="descendantText" presStyleLbl="alignAcc1" presStyleIdx="2" presStyleCnt="5">
        <dgm:presLayoutVars>
          <dgm:bulletEnabled val="1"/>
        </dgm:presLayoutVars>
      </dgm:prSet>
      <dgm:spPr/>
    </dgm:pt>
    <dgm:pt modelId="{5D22976D-8D68-4D33-8A29-041348FA229C}" type="pres">
      <dgm:prSet presAssocID="{67B8E7CE-A989-4854-8AB0-907AE2AA03AB}" presName="sp" presStyleCnt="0"/>
      <dgm:spPr/>
    </dgm:pt>
    <dgm:pt modelId="{A0727257-A8C3-4E62-8883-6249D035A486}" type="pres">
      <dgm:prSet presAssocID="{3BDB7449-C94F-4AE7-9533-2A7AEF6F7BA2}" presName="composite" presStyleCnt="0"/>
      <dgm:spPr/>
    </dgm:pt>
    <dgm:pt modelId="{7F8D9E6B-7EA8-4D83-8078-9B740D1A270B}" type="pres">
      <dgm:prSet presAssocID="{3BDB7449-C94F-4AE7-9533-2A7AEF6F7BA2}" presName="parentText" presStyleLbl="alignNode1" presStyleIdx="3" presStyleCnt="5" custLinFactNeighborY="0">
        <dgm:presLayoutVars>
          <dgm:chMax val="1"/>
          <dgm:bulletEnabled val="1"/>
        </dgm:presLayoutVars>
      </dgm:prSet>
      <dgm:spPr/>
    </dgm:pt>
    <dgm:pt modelId="{1176E52C-641A-4B49-A155-15FA7FB4BD29}" type="pres">
      <dgm:prSet presAssocID="{3BDB7449-C94F-4AE7-9533-2A7AEF6F7BA2}" presName="descendantText" presStyleLbl="alignAcc1" presStyleIdx="3" presStyleCnt="5">
        <dgm:presLayoutVars>
          <dgm:bulletEnabled val="1"/>
        </dgm:presLayoutVars>
      </dgm:prSet>
      <dgm:spPr/>
    </dgm:pt>
    <dgm:pt modelId="{043DA7D7-C221-4D0C-9FCD-5448AA1D6896}" type="pres">
      <dgm:prSet presAssocID="{4880E387-FC61-44DA-943C-B8997708CB6A}" presName="sp" presStyleCnt="0"/>
      <dgm:spPr/>
    </dgm:pt>
    <dgm:pt modelId="{AC7C439D-1452-4E3E-883D-4424B277C96C}" type="pres">
      <dgm:prSet presAssocID="{0CD7E109-09D6-4830-BE6F-D383DF3C3188}" presName="composite" presStyleCnt="0"/>
      <dgm:spPr/>
    </dgm:pt>
    <dgm:pt modelId="{25166FB2-C44C-4CCA-9EF8-E85995508122}" type="pres">
      <dgm:prSet presAssocID="{0CD7E109-09D6-4830-BE6F-D383DF3C3188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30C51FAC-024A-4931-B1AD-B5D6C662774E}" type="pres">
      <dgm:prSet presAssocID="{0CD7E109-09D6-4830-BE6F-D383DF3C3188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69DC0C09-561F-495E-AEE7-00CB8FD53AD8}" srcId="{0CD7E109-09D6-4830-BE6F-D383DF3C3188}" destId="{E3065652-FE59-4561-BF57-A644FE4A081A}" srcOrd="0" destOrd="0" parTransId="{CEE51AB9-C613-4E42-BE4C-D78914392E2A}" sibTransId="{9A8FC241-2AC4-4AD8-80D8-5CD93FE888D1}"/>
    <dgm:cxn modelId="{D9FE8614-4D86-49C6-963B-D9B92EAB8451}" type="presOf" srcId="{FCF1B09F-CF15-4EBD-87B8-CF74C89C39E8}" destId="{1B7408F0-4D58-49F7-B8F5-C90F8B98B590}" srcOrd="0" destOrd="0" presId="urn:microsoft.com/office/officeart/2005/8/layout/chevron2"/>
    <dgm:cxn modelId="{1789D514-19B7-4DAD-8456-36A27A9FF78B}" type="presOf" srcId="{7440AA92-9FDD-4AE3-89B1-45D50410A89A}" destId="{71DE5AFF-CE26-4A37-B619-4895D8335C78}" srcOrd="0" destOrd="1" presId="urn:microsoft.com/office/officeart/2005/8/layout/chevron2"/>
    <dgm:cxn modelId="{D5AAE018-0413-4A72-B23D-F0488D911091}" srcId="{53F783BB-209D-429B-9180-F61C02630A85}" destId="{B5DD96AE-BD75-44B2-8F59-F92B8B3F9329}" srcOrd="1" destOrd="0" parTransId="{ADDCF50F-646E-4ED8-A6ED-671C28B97057}" sibTransId="{7ACC3CF3-6F56-4434-8A32-EE122C5C2518}"/>
    <dgm:cxn modelId="{B6D05B1E-39DE-498B-9A03-A361B89B0396}" type="presOf" srcId="{1FC20753-8837-4335-9E9F-7B43F72E88B3}" destId="{07FA7470-CA78-4D96-A992-4F8658B01E80}" srcOrd="0" destOrd="0" presId="urn:microsoft.com/office/officeart/2005/8/layout/chevron2"/>
    <dgm:cxn modelId="{1928671E-CBFD-4FFC-BBB4-796773E68DFE}" type="presOf" srcId="{3C2A7247-C602-4605-937B-C078B6DD396B}" destId="{9FF29535-C269-476C-98D6-F731BCFE576A}" srcOrd="0" destOrd="0" presId="urn:microsoft.com/office/officeart/2005/8/layout/chevron2"/>
    <dgm:cxn modelId="{D3099423-A4B5-4EB3-9176-09BFEE4FE553}" srcId="{1FC20753-8837-4335-9E9F-7B43F72E88B3}" destId="{FCF1B09F-CF15-4EBD-87B8-CF74C89C39E8}" srcOrd="0" destOrd="0" parTransId="{F3F3D06E-6CD2-48D9-B3E1-42203596EEF7}" sibTransId="{A243E52E-B426-4BF1-9F58-91B827ABAADC}"/>
    <dgm:cxn modelId="{5ECE102B-EA57-4348-B782-716DD18EE93D}" srcId="{53F783BB-209D-429B-9180-F61C02630A85}" destId="{F5DFE4C2-8A2B-4157-9090-C002D8ACED21}" srcOrd="0" destOrd="0" parTransId="{C11DD0B2-EEC3-4353-960A-4778561F97FD}" sibTransId="{7474FB76-959E-40B5-8BB3-7239E7E15DB3}"/>
    <dgm:cxn modelId="{EFFC7033-DA59-42F7-80F1-4B3D3568A68A}" srcId="{F1622CB5-072C-4DD8-B1F7-A8F557446586}" destId="{4DFB41E1-0AE0-476F-A071-D47589ADBC79}" srcOrd="0" destOrd="0" parTransId="{E9A4FB09-F5E2-4846-8BE2-686F140254AD}" sibTransId="{192573AB-036C-4A03-BAC9-C6E55C64E562}"/>
    <dgm:cxn modelId="{546A733A-9AAB-49BD-8D6A-CB7C8A285393}" srcId="{3C2A7247-C602-4605-937B-C078B6DD396B}" destId="{F1622CB5-072C-4DD8-B1F7-A8F557446586}" srcOrd="1" destOrd="0" parTransId="{28521FF4-9265-4A3A-B434-DBC4A772E4DA}" sibTransId="{5DDD86E3-80CB-4509-84A0-628DA3B3FBEA}"/>
    <dgm:cxn modelId="{C2349F44-2073-40D0-BBE1-F010B2F54AD7}" type="presOf" srcId="{829EF6DF-4F78-4B8D-8F99-B5C5530DE7F4}" destId="{1B7408F0-4D58-49F7-B8F5-C90F8B98B590}" srcOrd="0" destOrd="1" presId="urn:microsoft.com/office/officeart/2005/8/layout/chevron2"/>
    <dgm:cxn modelId="{566FD848-4FED-446F-B596-024227041713}" srcId="{3C2A7247-C602-4605-937B-C078B6DD396B}" destId="{1FC20753-8837-4335-9E9F-7B43F72E88B3}" srcOrd="2" destOrd="0" parTransId="{92BE5F2C-EF41-45E4-8EF8-F997B561564B}" sibTransId="{67B8E7CE-A989-4854-8AB0-907AE2AA03AB}"/>
    <dgm:cxn modelId="{1D17D06A-0A4C-4F65-9354-2EA6285D1039}" srcId="{3C2A7247-C602-4605-937B-C078B6DD396B}" destId="{53F783BB-209D-429B-9180-F61C02630A85}" srcOrd="0" destOrd="0" parTransId="{1307B253-9FBB-46CA-985B-645EC50B1A88}" sibTransId="{42F16E88-9BFB-4AF4-A779-8AF9B34114BC}"/>
    <dgm:cxn modelId="{12DBF075-015E-4DC4-97DC-53F5A26B9ED7}" type="presOf" srcId="{DB609ED4-7A32-45C4-98FC-D6FD3290CA88}" destId="{1176E52C-641A-4B49-A155-15FA7FB4BD29}" srcOrd="0" destOrd="0" presId="urn:microsoft.com/office/officeart/2005/8/layout/chevron2"/>
    <dgm:cxn modelId="{B5D2707A-F835-48E2-8C29-48A907600C23}" srcId="{3BDB7449-C94F-4AE7-9533-2A7AEF6F7BA2}" destId="{DB609ED4-7A32-45C4-98FC-D6FD3290CA88}" srcOrd="0" destOrd="0" parTransId="{FA64422F-7E73-444E-AAFA-1F693C708410}" sibTransId="{CCE967F5-18FF-483A-855D-DE4B8CC20ABE}"/>
    <dgm:cxn modelId="{88FEC385-BF6A-4E2B-8CA9-0DF372251596}" type="presOf" srcId="{3BDB7449-C94F-4AE7-9533-2A7AEF6F7BA2}" destId="{7F8D9E6B-7EA8-4D83-8078-9B740D1A270B}" srcOrd="0" destOrd="0" presId="urn:microsoft.com/office/officeart/2005/8/layout/chevron2"/>
    <dgm:cxn modelId="{2C544787-930C-4AC5-9EBF-F3149FC4E4CE}" type="presOf" srcId="{92A7BD39-3116-41DA-BA1B-698CEF7B6771}" destId="{1176E52C-641A-4B49-A155-15FA7FB4BD29}" srcOrd="0" destOrd="1" presId="urn:microsoft.com/office/officeart/2005/8/layout/chevron2"/>
    <dgm:cxn modelId="{2C35C389-05CB-48B3-B113-C05BC2DE267B}" type="presOf" srcId="{F5DFE4C2-8A2B-4157-9090-C002D8ACED21}" destId="{D0AAECFF-BFA1-4758-B3D2-E4D49177B15A}" srcOrd="0" destOrd="0" presId="urn:microsoft.com/office/officeart/2005/8/layout/chevron2"/>
    <dgm:cxn modelId="{AC6B519C-507E-4A1B-AE71-B2A3BA04A0DE}" type="presOf" srcId="{E839CC89-25EB-42E6-8EA6-812F846F5386}" destId="{30C51FAC-024A-4931-B1AD-B5D6C662774E}" srcOrd="0" destOrd="1" presId="urn:microsoft.com/office/officeart/2005/8/layout/chevron2"/>
    <dgm:cxn modelId="{1E0A8CAB-8BF5-4A7D-BBF6-355DCD8AE5F0}" type="presOf" srcId="{0CD7E109-09D6-4830-BE6F-D383DF3C3188}" destId="{25166FB2-C44C-4CCA-9EF8-E85995508122}" srcOrd="0" destOrd="0" presId="urn:microsoft.com/office/officeart/2005/8/layout/chevron2"/>
    <dgm:cxn modelId="{51E5E5AB-8A0D-419D-A373-CF10506E532D}" srcId="{0CD7E109-09D6-4830-BE6F-D383DF3C3188}" destId="{E839CC89-25EB-42E6-8EA6-812F846F5386}" srcOrd="1" destOrd="0" parTransId="{B851EC3B-27FE-4EC6-97FB-48E7AB6AE502}" sibTransId="{1587E765-A350-4185-B341-E37143493B54}"/>
    <dgm:cxn modelId="{2C4F41B5-062B-4CF9-88C2-A6F5E20530F8}" srcId="{3BDB7449-C94F-4AE7-9533-2A7AEF6F7BA2}" destId="{92A7BD39-3116-41DA-BA1B-698CEF7B6771}" srcOrd="1" destOrd="0" parTransId="{FEDC8EC5-A2D6-4E74-B1B4-C4D9545078AC}" sibTransId="{B865FDAB-39F2-450C-9047-B58C29F5B983}"/>
    <dgm:cxn modelId="{B45BF0C3-B870-4333-BFD3-83EC45B59B28}" type="presOf" srcId="{53F783BB-209D-429B-9180-F61C02630A85}" destId="{8FF1F482-6DE1-4EDA-AFF3-E147F8F95F8A}" srcOrd="0" destOrd="0" presId="urn:microsoft.com/office/officeart/2005/8/layout/chevron2"/>
    <dgm:cxn modelId="{08B235D0-2894-4A25-90D4-35981635851B}" srcId="{3C2A7247-C602-4605-937B-C078B6DD396B}" destId="{0CD7E109-09D6-4830-BE6F-D383DF3C3188}" srcOrd="4" destOrd="0" parTransId="{852A1EA3-845D-4E9C-97B7-DCE1AFF553D6}" sibTransId="{AAB92D2A-4D68-44AC-B05D-F33EFF6E86E0}"/>
    <dgm:cxn modelId="{49A2B0D4-CAF7-4EC3-9CBC-B2DA86BD0F99}" type="presOf" srcId="{B5DD96AE-BD75-44B2-8F59-F92B8B3F9329}" destId="{D0AAECFF-BFA1-4758-B3D2-E4D49177B15A}" srcOrd="0" destOrd="1" presId="urn:microsoft.com/office/officeart/2005/8/layout/chevron2"/>
    <dgm:cxn modelId="{DB2E41D6-708F-4A6C-887C-8520317F09FE}" srcId="{1FC20753-8837-4335-9E9F-7B43F72E88B3}" destId="{829EF6DF-4F78-4B8D-8F99-B5C5530DE7F4}" srcOrd="1" destOrd="0" parTransId="{E99CD005-2D6D-4D16-99CD-26BBA4D5B146}" sibTransId="{40BF5E29-ED31-4223-B95B-369AB29A633F}"/>
    <dgm:cxn modelId="{6F00FCEA-8026-4031-A4C7-07A45B1449D5}" srcId="{F1622CB5-072C-4DD8-B1F7-A8F557446586}" destId="{7440AA92-9FDD-4AE3-89B1-45D50410A89A}" srcOrd="1" destOrd="0" parTransId="{DCC57B37-4B0D-40BE-A683-5D6EF19DF0EE}" sibTransId="{DEB14B4E-BF7E-4A57-84A4-15A01D756B19}"/>
    <dgm:cxn modelId="{7A129BEC-BFD4-4C71-951A-91F72682EEBA}" srcId="{3C2A7247-C602-4605-937B-C078B6DD396B}" destId="{3BDB7449-C94F-4AE7-9533-2A7AEF6F7BA2}" srcOrd="3" destOrd="0" parTransId="{62857BB8-EE21-4BCE-8D95-30580D83153F}" sibTransId="{4880E387-FC61-44DA-943C-B8997708CB6A}"/>
    <dgm:cxn modelId="{455469FD-4B68-47A3-9FD3-1D41ACAD3EFB}" type="presOf" srcId="{E3065652-FE59-4561-BF57-A644FE4A081A}" destId="{30C51FAC-024A-4931-B1AD-B5D6C662774E}" srcOrd="0" destOrd="0" presId="urn:microsoft.com/office/officeart/2005/8/layout/chevron2"/>
    <dgm:cxn modelId="{744344FE-2B93-4C44-9313-08B005BD872E}" type="presOf" srcId="{4DFB41E1-0AE0-476F-A071-D47589ADBC79}" destId="{71DE5AFF-CE26-4A37-B619-4895D8335C78}" srcOrd="0" destOrd="0" presId="urn:microsoft.com/office/officeart/2005/8/layout/chevron2"/>
    <dgm:cxn modelId="{040BE9FE-360C-4A37-8D6D-020A818F8516}" type="presOf" srcId="{F1622CB5-072C-4DD8-B1F7-A8F557446586}" destId="{9C4ED7F3-0B99-4099-A89F-BBD8098B3081}" srcOrd="0" destOrd="0" presId="urn:microsoft.com/office/officeart/2005/8/layout/chevron2"/>
    <dgm:cxn modelId="{5AF61EC8-78B5-4BAF-88DB-C6AD5969FC03}" type="presParOf" srcId="{9FF29535-C269-476C-98D6-F731BCFE576A}" destId="{2E99EBBA-FB18-4303-B640-BD0D323A76CB}" srcOrd="0" destOrd="0" presId="urn:microsoft.com/office/officeart/2005/8/layout/chevron2"/>
    <dgm:cxn modelId="{C6B1DC45-348A-4E43-83F3-FD3EC6433C9F}" type="presParOf" srcId="{2E99EBBA-FB18-4303-B640-BD0D323A76CB}" destId="{8FF1F482-6DE1-4EDA-AFF3-E147F8F95F8A}" srcOrd="0" destOrd="0" presId="urn:microsoft.com/office/officeart/2005/8/layout/chevron2"/>
    <dgm:cxn modelId="{9251250E-EFEF-408A-A916-94B86576D51D}" type="presParOf" srcId="{2E99EBBA-FB18-4303-B640-BD0D323A76CB}" destId="{D0AAECFF-BFA1-4758-B3D2-E4D49177B15A}" srcOrd="1" destOrd="0" presId="urn:microsoft.com/office/officeart/2005/8/layout/chevron2"/>
    <dgm:cxn modelId="{305CE19B-95F9-41EE-86AF-C3567DD2D698}" type="presParOf" srcId="{9FF29535-C269-476C-98D6-F731BCFE576A}" destId="{5D2BF480-53A4-4B0B-BC8D-94C91FDEA4D5}" srcOrd="1" destOrd="0" presId="urn:microsoft.com/office/officeart/2005/8/layout/chevron2"/>
    <dgm:cxn modelId="{05A04B3C-85CF-4A3E-92A6-6A43372543A0}" type="presParOf" srcId="{9FF29535-C269-476C-98D6-F731BCFE576A}" destId="{7EDA6CDA-7AE9-45D5-981C-27C63561A9CD}" srcOrd="2" destOrd="0" presId="urn:microsoft.com/office/officeart/2005/8/layout/chevron2"/>
    <dgm:cxn modelId="{365093CE-FC89-44CF-A6BF-101CA424A72E}" type="presParOf" srcId="{7EDA6CDA-7AE9-45D5-981C-27C63561A9CD}" destId="{9C4ED7F3-0B99-4099-A89F-BBD8098B3081}" srcOrd="0" destOrd="0" presId="urn:microsoft.com/office/officeart/2005/8/layout/chevron2"/>
    <dgm:cxn modelId="{9A8A2BBB-7147-4AA2-9999-1D3EB1B473AB}" type="presParOf" srcId="{7EDA6CDA-7AE9-45D5-981C-27C63561A9CD}" destId="{71DE5AFF-CE26-4A37-B619-4895D8335C78}" srcOrd="1" destOrd="0" presId="urn:microsoft.com/office/officeart/2005/8/layout/chevron2"/>
    <dgm:cxn modelId="{035ED11B-0133-47A2-A169-D26D381A779A}" type="presParOf" srcId="{9FF29535-C269-476C-98D6-F731BCFE576A}" destId="{0E349EA6-7B8C-4B41-B7DC-5E9126FACF72}" srcOrd="3" destOrd="0" presId="urn:microsoft.com/office/officeart/2005/8/layout/chevron2"/>
    <dgm:cxn modelId="{E06439E0-6D70-48CD-B3C3-9956A4ED116D}" type="presParOf" srcId="{9FF29535-C269-476C-98D6-F731BCFE576A}" destId="{B06CA4A5-E655-4661-8E15-C3C1E90043C6}" srcOrd="4" destOrd="0" presId="urn:microsoft.com/office/officeart/2005/8/layout/chevron2"/>
    <dgm:cxn modelId="{FA420424-D4AA-4E6B-A092-19386EAEC8B3}" type="presParOf" srcId="{B06CA4A5-E655-4661-8E15-C3C1E90043C6}" destId="{07FA7470-CA78-4D96-A992-4F8658B01E80}" srcOrd="0" destOrd="0" presId="urn:microsoft.com/office/officeart/2005/8/layout/chevron2"/>
    <dgm:cxn modelId="{12A8A2F5-CDB7-481F-A456-0D0D62468A25}" type="presParOf" srcId="{B06CA4A5-E655-4661-8E15-C3C1E90043C6}" destId="{1B7408F0-4D58-49F7-B8F5-C90F8B98B590}" srcOrd="1" destOrd="0" presId="urn:microsoft.com/office/officeart/2005/8/layout/chevron2"/>
    <dgm:cxn modelId="{B87169B8-DF4B-4891-ABC5-A279555B6754}" type="presParOf" srcId="{9FF29535-C269-476C-98D6-F731BCFE576A}" destId="{5D22976D-8D68-4D33-8A29-041348FA229C}" srcOrd="5" destOrd="0" presId="urn:microsoft.com/office/officeart/2005/8/layout/chevron2"/>
    <dgm:cxn modelId="{DF3B8F2D-2DBA-4479-89F3-D301E3DCB141}" type="presParOf" srcId="{9FF29535-C269-476C-98D6-F731BCFE576A}" destId="{A0727257-A8C3-4E62-8883-6249D035A486}" srcOrd="6" destOrd="0" presId="urn:microsoft.com/office/officeart/2005/8/layout/chevron2"/>
    <dgm:cxn modelId="{BAC8303A-5737-4C2B-896D-A9E0353F6715}" type="presParOf" srcId="{A0727257-A8C3-4E62-8883-6249D035A486}" destId="{7F8D9E6B-7EA8-4D83-8078-9B740D1A270B}" srcOrd="0" destOrd="0" presId="urn:microsoft.com/office/officeart/2005/8/layout/chevron2"/>
    <dgm:cxn modelId="{19748076-C3D2-4BD1-BCC0-1F33951E183E}" type="presParOf" srcId="{A0727257-A8C3-4E62-8883-6249D035A486}" destId="{1176E52C-641A-4B49-A155-15FA7FB4BD29}" srcOrd="1" destOrd="0" presId="urn:microsoft.com/office/officeart/2005/8/layout/chevron2"/>
    <dgm:cxn modelId="{10E4DFD5-D891-46C0-8D95-7BEDB8AAAA76}" type="presParOf" srcId="{9FF29535-C269-476C-98D6-F731BCFE576A}" destId="{043DA7D7-C221-4D0C-9FCD-5448AA1D6896}" srcOrd="7" destOrd="0" presId="urn:microsoft.com/office/officeart/2005/8/layout/chevron2"/>
    <dgm:cxn modelId="{B741CF4D-FA40-467A-B38A-A4FA849F6008}" type="presParOf" srcId="{9FF29535-C269-476C-98D6-F731BCFE576A}" destId="{AC7C439D-1452-4E3E-883D-4424B277C96C}" srcOrd="8" destOrd="0" presId="urn:microsoft.com/office/officeart/2005/8/layout/chevron2"/>
    <dgm:cxn modelId="{A26E6BDD-56A8-499B-A4CC-61FEC8188602}" type="presParOf" srcId="{AC7C439D-1452-4E3E-883D-4424B277C96C}" destId="{25166FB2-C44C-4CCA-9EF8-E85995508122}" srcOrd="0" destOrd="0" presId="urn:microsoft.com/office/officeart/2005/8/layout/chevron2"/>
    <dgm:cxn modelId="{FCFA2385-6517-40B2-A813-00BF9642F642}" type="presParOf" srcId="{AC7C439D-1452-4E3E-883D-4424B277C96C}" destId="{30C51FAC-024A-4931-B1AD-B5D6C662774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44B797-4569-41A8-8378-2F1932C80802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255BD9AA-10B5-4AD2-844A-5346D8CB62B0}">
      <dgm:prSet phldrT="[Text]"/>
      <dgm:spPr/>
      <dgm:t>
        <a:bodyPr/>
        <a:lstStyle/>
        <a:p>
          <a:r>
            <a:rPr lang="en-US" b="1" dirty="0"/>
            <a:t>Vacuum Tubes</a:t>
          </a:r>
          <a:endParaRPr lang="en-PK" b="1" dirty="0"/>
        </a:p>
      </dgm:t>
    </dgm:pt>
    <dgm:pt modelId="{05B60533-D642-414B-82E2-58F67F018BB4}" type="parTrans" cxnId="{7A8A7AC7-648B-460D-80A0-2E1E3BAC06D2}">
      <dgm:prSet/>
      <dgm:spPr/>
      <dgm:t>
        <a:bodyPr/>
        <a:lstStyle/>
        <a:p>
          <a:endParaRPr lang="en-PK"/>
        </a:p>
      </dgm:t>
    </dgm:pt>
    <dgm:pt modelId="{457CE886-83E7-4B88-8959-4C2522FDAB3B}" type="sibTrans" cxnId="{7A8A7AC7-648B-460D-80A0-2E1E3BAC06D2}">
      <dgm:prSet/>
      <dgm:spPr/>
      <dgm:t>
        <a:bodyPr/>
        <a:lstStyle/>
        <a:p>
          <a:endParaRPr lang="en-PK"/>
        </a:p>
      </dgm:t>
    </dgm:pt>
    <dgm:pt modelId="{1BB14A3C-216E-4B65-8F32-2AC0F2F000FD}">
      <dgm:prSet phldrT="[Text]"/>
      <dgm:spPr/>
      <dgm:t>
        <a:bodyPr/>
        <a:lstStyle/>
        <a:p>
          <a:r>
            <a:rPr lang="en-US" b="1" dirty="0"/>
            <a:t>Transistors</a:t>
          </a:r>
          <a:endParaRPr lang="en-PK" b="1" dirty="0"/>
        </a:p>
      </dgm:t>
    </dgm:pt>
    <dgm:pt modelId="{9BF51065-689C-455F-AF8D-049C96F1C0B6}" type="parTrans" cxnId="{8AD7590E-0012-4775-A198-F5C0CBDB5BAE}">
      <dgm:prSet/>
      <dgm:spPr/>
      <dgm:t>
        <a:bodyPr/>
        <a:lstStyle/>
        <a:p>
          <a:endParaRPr lang="en-PK"/>
        </a:p>
      </dgm:t>
    </dgm:pt>
    <dgm:pt modelId="{E5A158CD-DCC1-4E18-AB71-5DBC4D624327}" type="sibTrans" cxnId="{8AD7590E-0012-4775-A198-F5C0CBDB5BAE}">
      <dgm:prSet/>
      <dgm:spPr/>
      <dgm:t>
        <a:bodyPr/>
        <a:lstStyle/>
        <a:p>
          <a:endParaRPr lang="en-PK"/>
        </a:p>
      </dgm:t>
    </dgm:pt>
    <dgm:pt modelId="{717D5F75-643A-4904-A1E7-2D4F2264797B}">
      <dgm:prSet phldrT="[Text]"/>
      <dgm:spPr/>
      <dgm:t>
        <a:bodyPr/>
        <a:lstStyle/>
        <a:p>
          <a:r>
            <a:rPr lang="en-US" b="1" dirty="0"/>
            <a:t>Integrated Circuits</a:t>
          </a:r>
          <a:endParaRPr lang="en-PK" b="1" dirty="0"/>
        </a:p>
      </dgm:t>
    </dgm:pt>
    <dgm:pt modelId="{6784E577-EE7F-4CDA-B9C8-89CB9DD4DCD5}" type="parTrans" cxnId="{C48C093A-4880-437E-B215-1A29E22812FC}">
      <dgm:prSet/>
      <dgm:spPr/>
      <dgm:t>
        <a:bodyPr/>
        <a:lstStyle/>
        <a:p>
          <a:endParaRPr lang="en-PK"/>
        </a:p>
      </dgm:t>
    </dgm:pt>
    <dgm:pt modelId="{F89EAE1E-97A8-4A3F-924C-B35A8768EC51}" type="sibTrans" cxnId="{C48C093A-4880-437E-B215-1A29E22812FC}">
      <dgm:prSet/>
      <dgm:spPr/>
      <dgm:t>
        <a:bodyPr/>
        <a:lstStyle/>
        <a:p>
          <a:endParaRPr lang="en-PK"/>
        </a:p>
      </dgm:t>
    </dgm:pt>
    <dgm:pt modelId="{57DDD008-887F-43A9-ABCC-5D4F098271ED}">
      <dgm:prSet phldrT="[Text]"/>
      <dgm:spPr/>
      <dgm:t>
        <a:bodyPr/>
        <a:lstStyle/>
        <a:p>
          <a:r>
            <a:rPr lang="en-US" b="1" dirty="0"/>
            <a:t>Microprocessor</a:t>
          </a:r>
          <a:endParaRPr lang="en-PK" b="1" dirty="0"/>
        </a:p>
      </dgm:t>
    </dgm:pt>
    <dgm:pt modelId="{A25BDF15-FB87-4678-96D0-588FD7C67629}" type="parTrans" cxnId="{91A0A397-7F66-4C12-AE6D-72C139BE2F37}">
      <dgm:prSet/>
      <dgm:spPr/>
      <dgm:t>
        <a:bodyPr/>
        <a:lstStyle/>
        <a:p>
          <a:endParaRPr lang="en-PK"/>
        </a:p>
      </dgm:t>
    </dgm:pt>
    <dgm:pt modelId="{C73B3643-4E80-473A-9D57-5CEC8FCD3058}" type="sibTrans" cxnId="{91A0A397-7F66-4C12-AE6D-72C139BE2F37}">
      <dgm:prSet/>
      <dgm:spPr/>
      <dgm:t>
        <a:bodyPr/>
        <a:lstStyle/>
        <a:p>
          <a:endParaRPr lang="en-PK"/>
        </a:p>
      </dgm:t>
    </dgm:pt>
    <dgm:pt modelId="{A4DDB697-5D6C-447F-AAB9-11214960FC61}">
      <dgm:prSet phldrT="[Text]"/>
      <dgm:spPr/>
      <dgm:t>
        <a:bodyPr/>
        <a:lstStyle/>
        <a:p>
          <a:r>
            <a:rPr lang="en-US" b="1" dirty="0"/>
            <a:t>Artificial Intelligence</a:t>
          </a:r>
          <a:endParaRPr lang="en-PK" b="1" dirty="0"/>
        </a:p>
      </dgm:t>
    </dgm:pt>
    <dgm:pt modelId="{E018B8AC-2784-41E5-9132-1F27ECDCF0C3}" type="parTrans" cxnId="{63E5D7FB-773C-4394-BB33-D9C2EBC3E8C4}">
      <dgm:prSet/>
      <dgm:spPr/>
      <dgm:t>
        <a:bodyPr/>
        <a:lstStyle/>
        <a:p>
          <a:endParaRPr lang="en-PK"/>
        </a:p>
      </dgm:t>
    </dgm:pt>
    <dgm:pt modelId="{8DEA8E27-9F9F-4EFD-8EEC-8D20D5FEC672}" type="sibTrans" cxnId="{63E5D7FB-773C-4394-BB33-D9C2EBC3E8C4}">
      <dgm:prSet/>
      <dgm:spPr/>
      <dgm:t>
        <a:bodyPr/>
        <a:lstStyle/>
        <a:p>
          <a:endParaRPr lang="en-PK"/>
        </a:p>
      </dgm:t>
    </dgm:pt>
    <dgm:pt modelId="{91B95519-B597-48FD-AC57-0007C47E104B}" type="pres">
      <dgm:prSet presAssocID="{BE44B797-4569-41A8-8378-2F1932C80802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A1749506-DD2E-4384-B633-A4F39A38AA6E}" type="pres">
      <dgm:prSet presAssocID="{255BD9AA-10B5-4AD2-844A-5346D8CB62B0}" presName="Accent1" presStyleCnt="0"/>
      <dgm:spPr/>
    </dgm:pt>
    <dgm:pt modelId="{B4505F9C-D4A0-44B7-AACB-95AA117F7789}" type="pres">
      <dgm:prSet presAssocID="{255BD9AA-10B5-4AD2-844A-5346D8CB62B0}" presName="Accent" presStyleLbl="node1" presStyleIdx="0" presStyleCnt="5" custLinFactNeighborX="93271" custLinFactNeighborY="-6213"/>
      <dgm:spPr/>
    </dgm:pt>
    <dgm:pt modelId="{63DCE61A-5887-4995-9CC2-B5CC0D841829}" type="pres">
      <dgm:prSet presAssocID="{255BD9AA-10B5-4AD2-844A-5346D8CB62B0}" presName="Parent1" presStyleLbl="revTx" presStyleIdx="0" presStyleCnt="5" custLinFactX="67850" custLinFactNeighborX="100000" custLinFactNeighborY="-22370">
        <dgm:presLayoutVars>
          <dgm:chMax val="1"/>
          <dgm:chPref val="1"/>
          <dgm:bulletEnabled val="1"/>
        </dgm:presLayoutVars>
      </dgm:prSet>
      <dgm:spPr/>
    </dgm:pt>
    <dgm:pt modelId="{50D571D0-8122-4C21-BD79-F1D88F0E6852}" type="pres">
      <dgm:prSet presAssocID="{1BB14A3C-216E-4B65-8F32-2AC0F2F000FD}" presName="Accent2" presStyleCnt="0"/>
      <dgm:spPr/>
    </dgm:pt>
    <dgm:pt modelId="{8DFE3D0E-253C-4494-8186-040D17FFFEDC}" type="pres">
      <dgm:prSet presAssocID="{1BB14A3C-216E-4B65-8F32-2AC0F2F000FD}" presName="Accent" presStyleLbl="node1" presStyleIdx="1" presStyleCnt="5" custLinFactNeighborX="93271" custLinFactNeighborY="-6213"/>
      <dgm:spPr/>
    </dgm:pt>
    <dgm:pt modelId="{91ED1811-366F-41BE-AB51-BC2CF71139F4}" type="pres">
      <dgm:prSet presAssocID="{1BB14A3C-216E-4B65-8F32-2AC0F2F000FD}" presName="Parent2" presStyleLbl="revTx" presStyleIdx="1" presStyleCnt="5" custLinFactX="67850" custLinFactNeighborX="100000" custLinFactNeighborY="-22370">
        <dgm:presLayoutVars>
          <dgm:chMax val="1"/>
          <dgm:chPref val="1"/>
          <dgm:bulletEnabled val="1"/>
        </dgm:presLayoutVars>
      </dgm:prSet>
      <dgm:spPr/>
    </dgm:pt>
    <dgm:pt modelId="{30B26F73-4F8B-4B84-BA54-DF0F66B136C2}" type="pres">
      <dgm:prSet presAssocID="{717D5F75-643A-4904-A1E7-2D4F2264797B}" presName="Accent3" presStyleCnt="0"/>
      <dgm:spPr/>
    </dgm:pt>
    <dgm:pt modelId="{FB543F75-0471-40D6-B65D-FBCEC1B22E8C}" type="pres">
      <dgm:prSet presAssocID="{717D5F75-643A-4904-A1E7-2D4F2264797B}" presName="Accent" presStyleLbl="node1" presStyleIdx="2" presStyleCnt="5" custLinFactX="8561" custLinFactNeighborX="100000" custLinFactNeighborY="-7229"/>
      <dgm:spPr/>
    </dgm:pt>
    <dgm:pt modelId="{E1164686-141F-4119-8ECF-14B3DC7C770B}" type="pres">
      <dgm:prSet presAssocID="{717D5F75-643A-4904-A1E7-2D4F2264797B}" presName="Parent3" presStyleLbl="revTx" presStyleIdx="2" presStyleCnt="5" custLinFactX="67850" custLinFactNeighborX="100000" custLinFactNeighborY="-22370">
        <dgm:presLayoutVars>
          <dgm:chMax val="1"/>
          <dgm:chPref val="1"/>
          <dgm:bulletEnabled val="1"/>
        </dgm:presLayoutVars>
      </dgm:prSet>
      <dgm:spPr/>
    </dgm:pt>
    <dgm:pt modelId="{D43A96BD-FF06-44D8-AD1B-78F11B5E5F46}" type="pres">
      <dgm:prSet presAssocID="{57DDD008-887F-43A9-ABCC-5D4F098271ED}" presName="Accent4" presStyleCnt="0"/>
      <dgm:spPr/>
    </dgm:pt>
    <dgm:pt modelId="{DE1F83BB-A077-4458-992C-81E36ABAF39B}" type="pres">
      <dgm:prSet presAssocID="{57DDD008-887F-43A9-ABCC-5D4F098271ED}" presName="Accent" presStyleLbl="node1" presStyleIdx="3" presStyleCnt="5" custLinFactX="8172" custLinFactNeighborX="100000" custLinFactNeighborY="-9271"/>
      <dgm:spPr/>
    </dgm:pt>
    <dgm:pt modelId="{290DB6E4-FE1D-463F-87AD-C728545C1E8A}" type="pres">
      <dgm:prSet presAssocID="{57DDD008-887F-43A9-ABCC-5D4F098271ED}" presName="Parent4" presStyleLbl="revTx" presStyleIdx="3" presStyleCnt="5" custLinFactX="93836" custLinFactNeighborX="100000" custLinFactNeighborY="-33244">
        <dgm:presLayoutVars>
          <dgm:chMax val="1"/>
          <dgm:chPref val="1"/>
          <dgm:bulletEnabled val="1"/>
        </dgm:presLayoutVars>
      </dgm:prSet>
      <dgm:spPr/>
    </dgm:pt>
    <dgm:pt modelId="{7D716E8D-B9DB-4204-9E50-05FCB4819F7B}" type="pres">
      <dgm:prSet presAssocID="{A4DDB697-5D6C-447F-AAB9-11214960FC61}" presName="Accent5" presStyleCnt="0"/>
      <dgm:spPr/>
    </dgm:pt>
    <dgm:pt modelId="{04D621C2-3360-49F6-A40C-40E3A845EBB0}" type="pres">
      <dgm:prSet presAssocID="{A4DDB697-5D6C-447F-AAB9-11214960FC61}" presName="Accent" presStyleLbl="node1" presStyleIdx="4" presStyleCnt="5" custLinFactX="25909" custLinFactNeighborX="100000" custLinFactNeighborY="-10786"/>
      <dgm:spPr/>
    </dgm:pt>
    <dgm:pt modelId="{1CEBD7B8-99BC-4F85-8E49-4EFDD6B8FEFD}" type="pres">
      <dgm:prSet presAssocID="{A4DDB697-5D6C-447F-AAB9-11214960FC61}" presName="Parent5" presStyleLbl="revTx" presStyleIdx="4" presStyleCnt="5" custLinFactX="93836" custLinFactNeighborX="100000" custLinFactNeighborY="-33244">
        <dgm:presLayoutVars>
          <dgm:chMax val="1"/>
          <dgm:chPref val="1"/>
          <dgm:bulletEnabled val="1"/>
        </dgm:presLayoutVars>
      </dgm:prSet>
      <dgm:spPr/>
    </dgm:pt>
  </dgm:ptLst>
  <dgm:cxnLst>
    <dgm:cxn modelId="{AA741C02-5145-4F1A-BBD9-67EA0D6DF472}" type="presOf" srcId="{1BB14A3C-216E-4B65-8F32-2AC0F2F000FD}" destId="{91ED1811-366F-41BE-AB51-BC2CF71139F4}" srcOrd="0" destOrd="0" presId="urn:microsoft.com/office/officeart/2009/layout/CircleArrowProcess"/>
    <dgm:cxn modelId="{8AD7590E-0012-4775-A198-F5C0CBDB5BAE}" srcId="{BE44B797-4569-41A8-8378-2F1932C80802}" destId="{1BB14A3C-216E-4B65-8F32-2AC0F2F000FD}" srcOrd="1" destOrd="0" parTransId="{9BF51065-689C-455F-AF8D-049C96F1C0B6}" sibTransId="{E5A158CD-DCC1-4E18-AB71-5DBC4D624327}"/>
    <dgm:cxn modelId="{969CEB0E-B2F4-4147-B97D-5D35BC45B972}" type="presOf" srcId="{717D5F75-643A-4904-A1E7-2D4F2264797B}" destId="{E1164686-141F-4119-8ECF-14B3DC7C770B}" srcOrd="0" destOrd="0" presId="urn:microsoft.com/office/officeart/2009/layout/CircleArrowProcess"/>
    <dgm:cxn modelId="{794B2F2C-065E-44BD-9DF4-2BC5C6DFD36C}" type="presOf" srcId="{A4DDB697-5D6C-447F-AAB9-11214960FC61}" destId="{1CEBD7B8-99BC-4F85-8E49-4EFDD6B8FEFD}" srcOrd="0" destOrd="0" presId="urn:microsoft.com/office/officeart/2009/layout/CircleArrowProcess"/>
    <dgm:cxn modelId="{21D2632F-FC28-4E86-9CBB-DD970B402377}" type="presOf" srcId="{255BD9AA-10B5-4AD2-844A-5346D8CB62B0}" destId="{63DCE61A-5887-4995-9CC2-B5CC0D841829}" srcOrd="0" destOrd="0" presId="urn:microsoft.com/office/officeart/2009/layout/CircleArrowProcess"/>
    <dgm:cxn modelId="{C48C093A-4880-437E-B215-1A29E22812FC}" srcId="{BE44B797-4569-41A8-8378-2F1932C80802}" destId="{717D5F75-643A-4904-A1E7-2D4F2264797B}" srcOrd="2" destOrd="0" parTransId="{6784E577-EE7F-4CDA-B9C8-89CB9DD4DCD5}" sibTransId="{F89EAE1E-97A8-4A3F-924C-B35A8768EC51}"/>
    <dgm:cxn modelId="{8822DF82-7A25-4B08-BF80-35B5BE273720}" type="presOf" srcId="{BE44B797-4569-41A8-8378-2F1932C80802}" destId="{91B95519-B597-48FD-AC57-0007C47E104B}" srcOrd="0" destOrd="0" presId="urn:microsoft.com/office/officeart/2009/layout/CircleArrowProcess"/>
    <dgm:cxn modelId="{91A0A397-7F66-4C12-AE6D-72C139BE2F37}" srcId="{BE44B797-4569-41A8-8378-2F1932C80802}" destId="{57DDD008-887F-43A9-ABCC-5D4F098271ED}" srcOrd="3" destOrd="0" parTransId="{A25BDF15-FB87-4678-96D0-588FD7C67629}" sibTransId="{C73B3643-4E80-473A-9D57-5CEC8FCD3058}"/>
    <dgm:cxn modelId="{B1613DA1-9A17-45A8-BE36-5ACBA266C230}" type="presOf" srcId="{57DDD008-887F-43A9-ABCC-5D4F098271ED}" destId="{290DB6E4-FE1D-463F-87AD-C728545C1E8A}" srcOrd="0" destOrd="0" presId="urn:microsoft.com/office/officeart/2009/layout/CircleArrowProcess"/>
    <dgm:cxn modelId="{7A8A7AC7-648B-460D-80A0-2E1E3BAC06D2}" srcId="{BE44B797-4569-41A8-8378-2F1932C80802}" destId="{255BD9AA-10B5-4AD2-844A-5346D8CB62B0}" srcOrd="0" destOrd="0" parTransId="{05B60533-D642-414B-82E2-58F67F018BB4}" sibTransId="{457CE886-83E7-4B88-8959-4C2522FDAB3B}"/>
    <dgm:cxn modelId="{63E5D7FB-773C-4394-BB33-D9C2EBC3E8C4}" srcId="{BE44B797-4569-41A8-8378-2F1932C80802}" destId="{A4DDB697-5D6C-447F-AAB9-11214960FC61}" srcOrd="4" destOrd="0" parTransId="{E018B8AC-2784-41E5-9132-1F27ECDCF0C3}" sibTransId="{8DEA8E27-9F9F-4EFD-8EEC-8D20D5FEC672}"/>
    <dgm:cxn modelId="{55457CE5-AA8B-476E-9017-FA5C30208A48}" type="presParOf" srcId="{91B95519-B597-48FD-AC57-0007C47E104B}" destId="{A1749506-DD2E-4384-B633-A4F39A38AA6E}" srcOrd="0" destOrd="0" presId="urn:microsoft.com/office/officeart/2009/layout/CircleArrowProcess"/>
    <dgm:cxn modelId="{CA346A8E-C819-417C-B658-FCA4B07C9792}" type="presParOf" srcId="{A1749506-DD2E-4384-B633-A4F39A38AA6E}" destId="{B4505F9C-D4A0-44B7-AACB-95AA117F7789}" srcOrd="0" destOrd="0" presId="urn:microsoft.com/office/officeart/2009/layout/CircleArrowProcess"/>
    <dgm:cxn modelId="{07448472-92FA-4CEA-9F61-04D3E4AB999F}" type="presParOf" srcId="{91B95519-B597-48FD-AC57-0007C47E104B}" destId="{63DCE61A-5887-4995-9CC2-B5CC0D841829}" srcOrd="1" destOrd="0" presId="urn:microsoft.com/office/officeart/2009/layout/CircleArrowProcess"/>
    <dgm:cxn modelId="{D4F887B8-1234-4C71-9EB3-59EEC912CF23}" type="presParOf" srcId="{91B95519-B597-48FD-AC57-0007C47E104B}" destId="{50D571D0-8122-4C21-BD79-F1D88F0E6852}" srcOrd="2" destOrd="0" presId="urn:microsoft.com/office/officeart/2009/layout/CircleArrowProcess"/>
    <dgm:cxn modelId="{114FDD93-9687-41B7-A9C0-BEADAB0B0FD9}" type="presParOf" srcId="{50D571D0-8122-4C21-BD79-F1D88F0E6852}" destId="{8DFE3D0E-253C-4494-8186-040D17FFFEDC}" srcOrd="0" destOrd="0" presId="urn:microsoft.com/office/officeart/2009/layout/CircleArrowProcess"/>
    <dgm:cxn modelId="{6D99A073-3BD2-432A-9039-C3657397B1F9}" type="presParOf" srcId="{91B95519-B597-48FD-AC57-0007C47E104B}" destId="{91ED1811-366F-41BE-AB51-BC2CF71139F4}" srcOrd="3" destOrd="0" presId="urn:microsoft.com/office/officeart/2009/layout/CircleArrowProcess"/>
    <dgm:cxn modelId="{1D0A3B97-F33D-472C-80F9-0BDEE62E87C7}" type="presParOf" srcId="{91B95519-B597-48FD-AC57-0007C47E104B}" destId="{30B26F73-4F8B-4B84-BA54-DF0F66B136C2}" srcOrd="4" destOrd="0" presId="urn:microsoft.com/office/officeart/2009/layout/CircleArrowProcess"/>
    <dgm:cxn modelId="{CFD3D540-373C-4BC5-89D7-F6E1C7E6038E}" type="presParOf" srcId="{30B26F73-4F8B-4B84-BA54-DF0F66B136C2}" destId="{FB543F75-0471-40D6-B65D-FBCEC1B22E8C}" srcOrd="0" destOrd="0" presId="urn:microsoft.com/office/officeart/2009/layout/CircleArrowProcess"/>
    <dgm:cxn modelId="{EA7C8323-E079-4BA1-8CB0-A87411483307}" type="presParOf" srcId="{91B95519-B597-48FD-AC57-0007C47E104B}" destId="{E1164686-141F-4119-8ECF-14B3DC7C770B}" srcOrd="5" destOrd="0" presId="urn:microsoft.com/office/officeart/2009/layout/CircleArrowProcess"/>
    <dgm:cxn modelId="{FCFE654B-15AC-4A4C-A181-FF34044968BD}" type="presParOf" srcId="{91B95519-B597-48FD-AC57-0007C47E104B}" destId="{D43A96BD-FF06-44D8-AD1B-78F11B5E5F46}" srcOrd="6" destOrd="0" presId="urn:microsoft.com/office/officeart/2009/layout/CircleArrowProcess"/>
    <dgm:cxn modelId="{D24315BA-0147-42E1-9C90-5EB6BEABA21D}" type="presParOf" srcId="{D43A96BD-FF06-44D8-AD1B-78F11B5E5F46}" destId="{DE1F83BB-A077-4458-992C-81E36ABAF39B}" srcOrd="0" destOrd="0" presId="urn:microsoft.com/office/officeart/2009/layout/CircleArrowProcess"/>
    <dgm:cxn modelId="{60A41EB9-A69D-4B5A-BF79-FF116A3BCA96}" type="presParOf" srcId="{91B95519-B597-48FD-AC57-0007C47E104B}" destId="{290DB6E4-FE1D-463F-87AD-C728545C1E8A}" srcOrd="7" destOrd="0" presId="urn:microsoft.com/office/officeart/2009/layout/CircleArrowProcess"/>
    <dgm:cxn modelId="{5DB0B9C2-9A29-43AF-978E-4549D7842977}" type="presParOf" srcId="{91B95519-B597-48FD-AC57-0007C47E104B}" destId="{7D716E8D-B9DB-4204-9E50-05FCB4819F7B}" srcOrd="8" destOrd="0" presId="urn:microsoft.com/office/officeart/2009/layout/CircleArrowProcess"/>
    <dgm:cxn modelId="{2E8E91F5-F0A9-4D71-BBBD-D4FF4BD8232C}" type="presParOf" srcId="{7D716E8D-B9DB-4204-9E50-05FCB4819F7B}" destId="{04D621C2-3360-49F6-A40C-40E3A845EBB0}" srcOrd="0" destOrd="0" presId="urn:microsoft.com/office/officeart/2009/layout/CircleArrowProcess"/>
    <dgm:cxn modelId="{16D62904-FC67-48A2-9DA8-AD097DE961B3}" type="presParOf" srcId="{91B95519-B597-48FD-AC57-0007C47E104B}" destId="{1CEBD7B8-99BC-4F85-8E49-4EFDD6B8FEFD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1F482-6DE1-4EDA-AFF3-E147F8F95F8A}">
      <dsp:nvSpPr>
        <dsp:cNvPr id="0" name=""/>
        <dsp:cNvSpPr/>
      </dsp:nvSpPr>
      <dsp:spPr>
        <a:xfrm rot="5400000">
          <a:off x="-122218" y="122786"/>
          <a:ext cx="814792" cy="5703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</a:t>
          </a:r>
          <a:r>
            <a:rPr lang="en-US" sz="900" kern="1200" baseline="30000" dirty="0"/>
            <a:t>st</a:t>
          </a:r>
          <a:r>
            <a:rPr lang="en-US" sz="900" kern="1200" dirty="0"/>
            <a:t> Generation</a:t>
          </a:r>
        </a:p>
      </dsp:txBody>
      <dsp:txXfrm rot="-5400000">
        <a:off x="1" y="285744"/>
        <a:ext cx="570354" cy="244438"/>
      </dsp:txXfrm>
    </dsp:sp>
    <dsp:sp modelId="{D0AAECFF-BFA1-4758-B3D2-E4D49177B15A}">
      <dsp:nvSpPr>
        <dsp:cNvPr id="0" name=""/>
        <dsp:cNvSpPr/>
      </dsp:nvSpPr>
      <dsp:spPr>
        <a:xfrm rot="5400000">
          <a:off x="2944724" y="-2373802"/>
          <a:ext cx="529614" cy="5278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1940s – 1950s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Vacuum Tubes</a:t>
          </a:r>
        </a:p>
      </dsp:txBody>
      <dsp:txXfrm rot="-5400000">
        <a:off x="570354" y="26422"/>
        <a:ext cx="5252501" cy="477906"/>
      </dsp:txXfrm>
    </dsp:sp>
    <dsp:sp modelId="{9C4ED7F3-0B99-4099-A89F-BBD8098B3081}">
      <dsp:nvSpPr>
        <dsp:cNvPr id="0" name=""/>
        <dsp:cNvSpPr/>
      </dsp:nvSpPr>
      <dsp:spPr>
        <a:xfrm rot="5400000">
          <a:off x="-122218" y="815952"/>
          <a:ext cx="814792" cy="5703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</a:t>
          </a:r>
          <a:r>
            <a:rPr lang="en-US" sz="900" kern="1200" baseline="30000" dirty="0"/>
            <a:t>nd</a:t>
          </a:r>
          <a:r>
            <a:rPr lang="en-US" sz="900" kern="1200" dirty="0"/>
            <a:t> Generation</a:t>
          </a:r>
        </a:p>
      </dsp:txBody>
      <dsp:txXfrm rot="-5400000">
        <a:off x="1" y="978910"/>
        <a:ext cx="570354" cy="244438"/>
      </dsp:txXfrm>
    </dsp:sp>
    <dsp:sp modelId="{71DE5AFF-CE26-4A37-B619-4895D8335C78}">
      <dsp:nvSpPr>
        <dsp:cNvPr id="0" name=""/>
        <dsp:cNvSpPr/>
      </dsp:nvSpPr>
      <dsp:spPr>
        <a:xfrm rot="5400000">
          <a:off x="2944724" y="-1680636"/>
          <a:ext cx="529614" cy="5278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1950s – 1960s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Transistors</a:t>
          </a:r>
        </a:p>
      </dsp:txBody>
      <dsp:txXfrm rot="-5400000">
        <a:off x="570354" y="719588"/>
        <a:ext cx="5252501" cy="477906"/>
      </dsp:txXfrm>
    </dsp:sp>
    <dsp:sp modelId="{07FA7470-CA78-4D96-A992-4F8658B01E80}">
      <dsp:nvSpPr>
        <dsp:cNvPr id="0" name=""/>
        <dsp:cNvSpPr/>
      </dsp:nvSpPr>
      <dsp:spPr>
        <a:xfrm rot="5400000">
          <a:off x="-122218" y="1509117"/>
          <a:ext cx="814792" cy="5703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3</a:t>
          </a:r>
          <a:r>
            <a:rPr lang="en-US" sz="900" kern="1200" baseline="30000" dirty="0"/>
            <a:t>rd</a:t>
          </a:r>
          <a:r>
            <a:rPr lang="en-US" sz="900" kern="1200" dirty="0"/>
            <a:t> Generation</a:t>
          </a:r>
        </a:p>
      </dsp:txBody>
      <dsp:txXfrm rot="-5400000">
        <a:off x="1" y="1672075"/>
        <a:ext cx="570354" cy="244438"/>
      </dsp:txXfrm>
    </dsp:sp>
    <dsp:sp modelId="{1B7408F0-4D58-49F7-B8F5-C90F8B98B590}">
      <dsp:nvSpPr>
        <dsp:cNvPr id="0" name=""/>
        <dsp:cNvSpPr/>
      </dsp:nvSpPr>
      <dsp:spPr>
        <a:xfrm rot="5400000">
          <a:off x="2944724" y="-987471"/>
          <a:ext cx="529614" cy="5278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1960s – 1970s</a:t>
          </a:r>
          <a:endParaRPr lang="en-PK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Integrated Circuits</a:t>
          </a:r>
          <a:endParaRPr lang="en-PK" sz="1600" kern="1200" dirty="0"/>
        </a:p>
      </dsp:txBody>
      <dsp:txXfrm rot="-5400000">
        <a:off x="570354" y="1412753"/>
        <a:ext cx="5252501" cy="477906"/>
      </dsp:txXfrm>
    </dsp:sp>
    <dsp:sp modelId="{7F8D9E6B-7EA8-4D83-8078-9B740D1A270B}">
      <dsp:nvSpPr>
        <dsp:cNvPr id="0" name=""/>
        <dsp:cNvSpPr/>
      </dsp:nvSpPr>
      <dsp:spPr>
        <a:xfrm rot="5400000">
          <a:off x="-122218" y="2202283"/>
          <a:ext cx="814792" cy="5703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4</a:t>
          </a:r>
          <a:r>
            <a:rPr lang="en-US" sz="900" kern="1200" baseline="30000" dirty="0"/>
            <a:t>th</a:t>
          </a:r>
          <a:r>
            <a:rPr lang="en-US" sz="900" kern="1200" dirty="0"/>
            <a:t> Generation</a:t>
          </a:r>
        </a:p>
      </dsp:txBody>
      <dsp:txXfrm rot="-5400000">
        <a:off x="1" y="2365241"/>
        <a:ext cx="570354" cy="244438"/>
      </dsp:txXfrm>
    </dsp:sp>
    <dsp:sp modelId="{1176E52C-641A-4B49-A155-15FA7FB4BD29}">
      <dsp:nvSpPr>
        <dsp:cNvPr id="0" name=""/>
        <dsp:cNvSpPr/>
      </dsp:nvSpPr>
      <dsp:spPr>
        <a:xfrm rot="5400000">
          <a:off x="2944724" y="-294305"/>
          <a:ext cx="529614" cy="5278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1970s – Present</a:t>
          </a:r>
          <a:endParaRPr lang="en-PK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Microprocessors</a:t>
          </a:r>
          <a:endParaRPr lang="en-PK" sz="1600" kern="1200" dirty="0"/>
        </a:p>
      </dsp:txBody>
      <dsp:txXfrm rot="-5400000">
        <a:off x="570354" y="2105919"/>
        <a:ext cx="5252501" cy="477906"/>
      </dsp:txXfrm>
    </dsp:sp>
    <dsp:sp modelId="{25166FB2-C44C-4CCA-9EF8-E85995508122}">
      <dsp:nvSpPr>
        <dsp:cNvPr id="0" name=""/>
        <dsp:cNvSpPr/>
      </dsp:nvSpPr>
      <dsp:spPr>
        <a:xfrm rot="5400000">
          <a:off x="-122218" y="2895448"/>
          <a:ext cx="814792" cy="5703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5</a:t>
          </a:r>
          <a:r>
            <a:rPr lang="en-US" sz="900" kern="1200" baseline="30000" dirty="0"/>
            <a:t>th</a:t>
          </a:r>
          <a:r>
            <a:rPr lang="en-US" sz="900" kern="1200" dirty="0"/>
            <a:t> Generation</a:t>
          </a:r>
          <a:endParaRPr lang="en-PK" sz="900" kern="1200" dirty="0"/>
        </a:p>
      </dsp:txBody>
      <dsp:txXfrm rot="-5400000">
        <a:off x="1" y="3058406"/>
        <a:ext cx="570354" cy="244438"/>
      </dsp:txXfrm>
    </dsp:sp>
    <dsp:sp modelId="{30C51FAC-024A-4931-B1AD-B5D6C662774E}">
      <dsp:nvSpPr>
        <dsp:cNvPr id="0" name=""/>
        <dsp:cNvSpPr/>
      </dsp:nvSpPr>
      <dsp:spPr>
        <a:xfrm rot="5400000">
          <a:off x="2944724" y="398859"/>
          <a:ext cx="529614" cy="52783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Present – Future</a:t>
          </a:r>
          <a:endParaRPr lang="en-PK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Artificial Intelligence</a:t>
          </a:r>
          <a:endParaRPr lang="en-PK" sz="1600" kern="1200" dirty="0"/>
        </a:p>
      </dsp:txBody>
      <dsp:txXfrm rot="-5400000">
        <a:off x="570354" y="2799083"/>
        <a:ext cx="5252501" cy="4779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505F9C-D4A0-44B7-AACB-95AA117F7789}">
      <dsp:nvSpPr>
        <dsp:cNvPr id="0" name=""/>
        <dsp:cNvSpPr/>
      </dsp:nvSpPr>
      <dsp:spPr>
        <a:xfrm>
          <a:off x="3855883" y="-70780"/>
          <a:ext cx="1139179" cy="113923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CE61A-5887-4995-9CC2-B5CC0D841829}">
      <dsp:nvSpPr>
        <dsp:cNvPr id="0" name=""/>
        <dsp:cNvSpPr/>
      </dsp:nvSpPr>
      <dsp:spPr>
        <a:xfrm>
          <a:off x="4111939" y="341522"/>
          <a:ext cx="635726" cy="317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Vacuum Tubes</a:t>
          </a:r>
          <a:endParaRPr lang="en-PK" sz="700" b="1" kern="1200" dirty="0"/>
        </a:p>
      </dsp:txBody>
      <dsp:txXfrm>
        <a:off x="4111939" y="341522"/>
        <a:ext cx="635726" cy="317721"/>
      </dsp:txXfrm>
    </dsp:sp>
    <dsp:sp modelId="{8DFE3D0E-253C-4494-8186-040D17FFFEDC}">
      <dsp:nvSpPr>
        <dsp:cNvPr id="0" name=""/>
        <dsp:cNvSpPr/>
      </dsp:nvSpPr>
      <dsp:spPr>
        <a:xfrm>
          <a:off x="3539409" y="583783"/>
          <a:ext cx="1139179" cy="1139236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D1811-366F-41BE-AB51-BC2CF71139F4}">
      <dsp:nvSpPr>
        <dsp:cNvPr id="0" name=""/>
        <dsp:cNvSpPr/>
      </dsp:nvSpPr>
      <dsp:spPr>
        <a:xfrm>
          <a:off x="3794183" y="997557"/>
          <a:ext cx="635726" cy="317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Transistors</a:t>
          </a:r>
          <a:endParaRPr lang="en-PK" sz="700" b="1" kern="1200" dirty="0"/>
        </a:p>
      </dsp:txBody>
      <dsp:txXfrm>
        <a:off x="3794183" y="997557"/>
        <a:ext cx="635726" cy="317721"/>
      </dsp:txXfrm>
    </dsp:sp>
    <dsp:sp modelId="{FB543F75-0471-40D6-B65D-FBCEC1B22E8C}">
      <dsp:nvSpPr>
        <dsp:cNvPr id="0" name=""/>
        <dsp:cNvSpPr/>
      </dsp:nvSpPr>
      <dsp:spPr>
        <a:xfrm>
          <a:off x="4030064" y="1229715"/>
          <a:ext cx="1139179" cy="1139236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164686-141F-4119-8ECF-14B3DC7C770B}">
      <dsp:nvSpPr>
        <dsp:cNvPr id="0" name=""/>
        <dsp:cNvSpPr/>
      </dsp:nvSpPr>
      <dsp:spPr>
        <a:xfrm>
          <a:off x="4111939" y="1653225"/>
          <a:ext cx="635726" cy="317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Integrated Circuits</a:t>
          </a:r>
          <a:endParaRPr lang="en-PK" sz="700" b="1" kern="1200" dirty="0"/>
        </a:p>
      </dsp:txBody>
      <dsp:txXfrm>
        <a:off x="4111939" y="1653225"/>
        <a:ext cx="635726" cy="317721"/>
      </dsp:txXfrm>
    </dsp:sp>
    <dsp:sp modelId="{DE1F83BB-A077-4458-992C-81E36ABAF39B}">
      <dsp:nvSpPr>
        <dsp:cNvPr id="0" name=""/>
        <dsp:cNvSpPr/>
      </dsp:nvSpPr>
      <dsp:spPr>
        <a:xfrm>
          <a:off x="3709158" y="1862120"/>
          <a:ext cx="1139179" cy="1139236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DB6E4-FE1D-463F-87AD-C728545C1E8A}">
      <dsp:nvSpPr>
        <dsp:cNvPr id="0" name=""/>
        <dsp:cNvSpPr/>
      </dsp:nvSpPr>
      <dsp:spPr>
        <a:xfrm>
          <a:off x="3959383" y="2274711"/>
          <a:ext cx="635726" cy="317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Microprocessor</a:t>
          </a:r>
          <a:endParaRPr lang="en-PK" sz="700" b="1" kern="1200" dirty="0"/>
        </a:p>
      </dsp:txBody>
      <dsp:txXfrm>
        <a:off x="3959383" y="2274711"/>
        <a:ext cx="635726" cy="317721"/>
      </dsp:txXfrm>
    </dsp:sp>
    <dsp:sp modelId="{04D621C2-3360-49F6-A40C-40E3A845EBB0}">
      <dsp:nvSpPr>
        <dsp:cNvPr id="0" name=""/>
        <dsp:cNvSpPr/>
      </dsp:nvSpPr>
      <dsp:spPr>
        <a:xfrm>
          <a:off x="4106617" y="2592431"/>
          <a:ext cx="978698" cy="97927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BD7B8-99BC-4F85-8E49-4EFDD6B8FEFD}">
      <dsp:nvSpPr>
        <dsp:cNvPr id="0" name=""/>
        <dsp:cNvSpPr/>
      </dsp:nvSpPr>
      <dsp:spPr>
        <a:xfrm>
          <a:off x="4277139" y="2930747"/>
          <a:ext cx="635726" cy="317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Artificial Intelligence</a:t>
          </a:r>
          <a:endParaRPr lang="en-PK" sz="700" b="1" kern="1200" dirty="0"/>
        </a:p>
      </dsp:txBody>
      <dsp:txXfrm>
        <a:off x="4277139" y="2930747"/>
        <a:ext cx="635726" cy="3177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AD2989-C49B-4C52-A4CA-6D424C434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5F292-4408-48E3-80A9-167FAB7CFE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7DE8D-2097-4423-BE62-1721625FC554}" type="datetimeFigureOut">
              <a:rPr lang="en-PK" smtClean="0"/>
              <a:t>26/08/2025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ED17E-6989-4E0A-BCBF-06A2F26C0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14F6D-F962-407C-B568-EC416D3E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815D0B-E1DA-4EB5-8B3F-DB7D788F0E3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1530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B8258-F3D2-46AE-9B81-F000938F0D48}" type="datetimeFigureOut">
              <a:rPr lang="en-PK" smtClean="0"/>
              <a:t>26/08/2025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DCF9A-3830-4C1B-9CA4-2158AE0F13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591056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FAD0BC3-866C-4072-8796-2883A854C641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07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8D941-ED3E-4BE3-B4F6-327E4B0F5CD1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66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7EFCD-B5EE-4FF3-A3E1-24E46B32600B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41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6424-DB1B-4FDF-ACC4-D9FEBFC882D9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835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6963A-F41D-4928-8A94-73B4665C5489}" type="datetime1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7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F450-79EB-4232-A910-87569E1DA72C}" type="datetime1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65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233CB-52E1-4EAF-845F-6DE9A17CFDA4}" type="datetime1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9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53F0-2C61-41DD-B8B3-0E4772938DC5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271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EE8FB-11F8-45B9-96D5-9360E971B897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64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43742-324D-4B15-83FA-603EAD17F70B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11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331D2-DC81-48B0-A69C-18189B8E819D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054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750D2-602F-4BD4-8A48-F39D147C773D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614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2751-1A07-4CF2-8B95-E4BA90ABAA96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91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E4FCE-0351-4275-B0B1-DED197C2573C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299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0E98-8926-4EC3-A8D4-78B05AB8B834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019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BB9-8920-4179-91C5-7A19FA2F63DF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53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58A32-D976-4C4E-8E5A-619DF68D2A34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60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B94D84A-FC17-432E-A73D-E0F1A5AB67F0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E96C038-C4C6-4E7D-AF60-0B236BC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6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1882" y="1871131"/>
            <a:ext cx="7438768" cy="1515533"/>
          </a:xfrm>
        </p:spPr>
        <p:txBody>
          <a:bodyPr/>
          <a:lstStyle/>
          <a:p>
            <a:r>
              <a:rPr lang="en-US" sz="4100" b="1" dirty="0"/>
              <a:t>Evolution Of Computers - From 1</a:t>
            </a:r>
            <a:r>
              <a:rPr lang="en-US" sz="4100" b="1" baseline="30000" dirty="0"/>
              <a:t>st</a:t>
            </a:r>
            <a:r>
              <a:rPr lang="en-US" sz="4100" b="1" dirty="0"/>
              <a:t> Generation to Modern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/>
              <a:t>A journey from Vacuum Tubes to Artificial Intelligence</a:t>
            </a:r>
          </a:p>
          <a:p>
            <a:r>
              <a:rPr lang="en-US" dirty="0"/>
              <a:t>Roll Number: 25K-3021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935CC-66E4-445C-8406-DE901506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4018" y="4969932"/>
            <a:ext cx="551167" cy="27940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fld id="{CE96C038-C4C6-4E7D-AF60-0B236BC97539}" type="slidenum">
              <a:rPr lang="en-US" sz="1600" b="1" spc="50" smtClean="0">
                <a:ln w="12700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pPr algn="ctr"/>
              <a:t>1</a:t>
            </a:fld>
            <a:endParaRPr lang="en-US" sz="1600" b="1" spc="50" dirty="0">
              <a:ln w="12700" cmpd="sng">
                <a:solidFill>
                  <a:schemeClr val="accent1"/>
                </a:solidFill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11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70" y="2594914"/>
            <a:ext cx="6225746" cy="331893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Computer have evolved dramatically over the decades.</a:t>
            </a:r>
          </a:p>
          <a:p>
            <a:pPr algn="just"/>
            <a:r>
              <a:rPr lang="en-US" dirty="0"/>
              <a:t>From bulky vacuum tubes machines of the 1940s to today’s AI-driven systems.</a:t>
            </a:r>
          </a:p>
          <a:p>
            <a:pPr algn="just"/>
            <a:r>
              <a:rPr lang="en-US" dirty="0"/>
              <a:t>Each generation made computers faster, smaller, and more powerful.</a:t>
            </a:r>
          </a:p>
          <a:p>
            <a:pPr algn="just"/>
            <a:r>
              <a:rPr lang="en-US" dirty="0"/>
              <a:t>This presentation explores how computers evolved into modern AI.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437" y="2594914"/>
            <a:ext cx="4030107" cy="308598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755D7-3F53-44B7-98FD-A32660827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fld id="{CE96C038-C4C6-4E7D-AF60-0B236BC97539}" type="slidenum">
              <a:rPr lang="en-US" sz="1600" b="1" spc="50" smtClean="0">
                <a:ln w="12700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pPr algn="ctr"/>
              <a:t>2</a:t>
            </a:fld>
            <a:endParaRPr lang="en-US" sz="1600" b="1" spc="50" dirty="0">
              <a:ln w="12700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033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40221159"/>
              </p:ext>
            </p:extLst>
          </p:nvPr>
        </p:nvGraphicFramePr>
        <p:xfrm>
          <a:off x="1769516" y="2590398"/>
          <a:ext cx="5848710" cy="3588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EA8A244-EF33-4123-868C-F5F47D7692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6361484"/>
              </p:ext>
            </p:extLst>
          </p:nvPr>
        </p:nvGraphicFramePr>
        <p:xfrm>
          <a:off x="4693871" y="2501659"/>
          <a:ext cx="6409425" cy="3677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50F98064-DC5A-4A72-BD8B-C4D009AC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Computer Generations</a:t>
            </a:r>
            <a:endParaRPr lang="en-P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88065A-E4CE-4F38-AE01-DC1EA4985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fld id="{CE96C038-C4C6-4E7D-AF60-0B236BC97539}" type="slidenum">
              <a:rPr lang="en-US" sz="1600" b="1" spc="5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pPr algn="ctr"/>
              <a:t>3</a:t>
            </a:fld>
            <a:endParaRPr lang="en-US" sz="1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531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24CA2B-F92D-4112-9A07-D424E8218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634440"/>
              </p:ext>
            </p:extLst>
          </p:nvPr>
        </p:nvGraphicFramePr>
        <p:xfrm>
          <a:off x="1053864" y="2550801"/>
          <a:ext cx="53986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9674">
                  <a:extLst>
                    <a:ext uri="{9D8B030D-6E8A-4147-A177-3AD203B41FA5}">
                      <a16:colId xmlns:a16="http://schemas.microsoft.com/office/drawing/2014/main" val="3121809573"/>
                    </a:ext>
                  </a:extLst>
                </a:gridCol>
                <a:gridCol w="1349674">
                  <a:extLst>
                    <a:ext uri="{9D8B030D-6E8A-4147-A177-3AD203B41FA5}">
                      <a16:colId xmlns:a16="http://schemas.microsoft.com/office/drawing/2014/main" val="825265995"/>
                    </a:ext>
                  </a:extLst>
                </a:gridCol>
                <a:gridCol w="1256703">
                  <a:extLst>
                    <a:ext uri="{9D8B030D-6E8A-4147-A177-3AD203B41FA5}">
                      <a16:colId xmlns:a16="http://schemas.microsoft.com/office/drawing/2014/main" val="2813083811"/>
                    </a:ext>
                  </a:extLst>
                </a:gridCol>
                <a:gridCol w="1442644">
                  <a:extLst>
                    <a:ext uri="{9D8B030D-6E8A-4147-A177-3AD203B41FA5}">
                      <a16:colId xmlns:a16="http://schemas.microsoft.com/office/drawing/2014/main" val="1274847418"/>
                    </a:ext>
                  </a:extLst>
                </a:gridCol>
              </a:tblGrid>
              <a:tr h="3394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Generation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Speed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Technology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994443"/>
                  </a:ext>
                </a:extLst>
              </a:tr>
              <a:tr h="5941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Slow (ms)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Very Large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Vacuum Tubes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813525"/>
                  </a:ext>
                </a:extLst>
              </a:tr>
              <a:tr h="5941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Microseconds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Smaller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Transistors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877467"/>
                  </a:ext>
                </a:extLst>
              </a:tr>
              <a:tr h="5941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Nanoseconds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Smaller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Integrated Circuits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38425"/>
                  </a:ext>
                </a:extLst>
              </a:tr>
              <a:tr h="5941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r>
                        <a:rPr lang="en-US" baseline="30000" dirty="0"/>
                        <a:t>th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Picoseconds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Tiny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Microprocessors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1426615"/>
                  </a:ext>
                </a:extLst>
              </a:tr>
              <a:tr h="5941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5th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AI-driven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Compact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Artificial Intelligence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96179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495FF93-E3E6-4AB9-BFD9-D36370CCE1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87" b="4326"/>
          <a:stretch/>
        </p:blipFill>
        <p:spPr>
          <a:xfrm>
            <a:off x="6616302" y="2550801"/>
            <a:ext cx="4521834" cy="341819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642B47C-C688-4160-A3FC-C1A7DC70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/>
          <a:lstStyle/>
          <a:p>
            <a:r>
              <a:rPr lang="en-US" dirty="0"/>
              <a:t>Comparison of Generations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A84ED-304D-4181-B9C2-F415C990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fld id="{CE96C038-C4C6-4E7D-AF60-0B236BC97539}" type="slidenum">
              <a:rPr lang="en-US" sz="1600" b="1" spc="50" smtClean="0">
                <a:ln w="12700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pPr algn="ctr"/>
              <a:t>4</a:t>
            </a:fld>
            <a:endParaRPr lang="en-US" b="1" dirty="0">
              <a:ln w="12700" cmpd="sng">
                <a:solidFill>
                  <a:schemeClr val="accent1"/>
                </a:solidFill>
                <a:prstDash val="solid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45914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19C3-244A-4E6D-8F6C-1E08235E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Computing Power Over Time</a:t>
            </a:r>
            <a:endParaRPr lang="en-P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AB1137A-923D-493D-870E-742A0D3216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7689177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A2511-3D83-44E6-938B-EEB0AD3F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fld id="{CE96C038-C4C6-4E7D-AF60-0B236BC97539}" type="slidenum">
              <a:rPr lang="en-US" sz="1600" b="1" spc="50" smtClean="0">
                <a:ln w="12700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pPr algn="ctr"/>
              <a:t>5</a:t>
            </a:fld>
            <a:endParaRPr lang="en-US" sz="1600" b="1" spc="50" dirty="0">
              <a:ln w="12700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0129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3C85-C077-4477-9E36-D37B6194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AI Systems</a:t>
            </a: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B6A7A2-7066-405B-89EF-961DA080C7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3694" y="2705769"/>
            <a:ext cx="607155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Represents the 5th Generation of computers.</a:t>
            </a:r>
            <a:endParaRPr kumimoji="0" lang="en-US" altLang="en-PK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Features:</a:t>
            </a:r>
            <a:endParaRPr kumimoji="0" lang="en-US" altLang="en-PK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PK" altLang="en-PK" sz="2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&amp; Deep Learning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Robotics &amp; Automation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Decision-making &amp; Problem-solving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is now applied in healthcare, education, business, and daily life.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B348BD-6DD8-483A-84BE-93F83CCA6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253" y="2822865"/>
            <a:ext cx="4523344" cy="293590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FD58E-9B2C-42F4-BCA2-DAD61C72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fld id="{CE96C038-C4C6-4E7D-AF60-0B236BC97539}" type="slidenum">
              <a:rPr lang="en-US" sz="1600" b="1" spc="50" smtClean="0">
                <a:ln w="12700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pPr algn="ctr"/>
              <a:t>6</a:t>
            </a:fld>
            <a:endParaRPr lang="en-US" sz="1600" b="1" spc="50" dirty="0">
              <a:ln w="12700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079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226B-28DA-4322-A0B2-FB172DD8D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DED6BA-AB19-42FE-8FDA-69A399BD9E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0727" y="2608883"/>
            <a:ext cx="6080184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evolution of computers is a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remarkable journey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vacuum tubes → microprocessors → AI systems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Computers reshaped society and technology.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PK" altLang="en-PK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</a:t>
            </a:r>
            <a:r>
              <a:rPr kumimoji="0" lang="en-PK" altLang="en-PK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promises even more advanced AI that will revolutionize the world.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7E2C59-AA83-4219-A479-2C86BE4CE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476" y="2608883"/>
            <a:ext cx="3631720" cy="345548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A96CE-6811-4D10-9363-986B651A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fld id="{CE96C038-C4C6-4E7D-AF60-0B236BC97539}" type="slidenum">
              <a:rPr lang="en-US" sz="1600" b="1" spc="50" smtClean="0">
                <a:ln w="12700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pPr algn="ctr"/>
              <a:t>7</a:t>
            </a:fld>
            <a:endParaRPr lang="en-US" sz="1600" b="1" spc="50" dirty="0">
              <a:ln w="12700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2804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104</TotalTime>
  <Words>238</Words>
  <Application>Microsoft Office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Garamond</vt:lpstr>
      <vt:lpstr>Organic</vt:lpstr>
      <vt:lpstr>Evolution Of Computers - From 1st Generation to Modern AI</vt:lpstr>
      <vt:lpstr>INTRODUCTION</vt:lpstr>
      <vt:lpstr>Timeline of Computer Generations</vt:lpstr>
      <vt:lpstr>Comparison of Generations</vt:lpstr>
      <vt:lpstr>Growth of Computing Power Over Time</vt:lpstr>
      <vt:lpstr>Modern AI Systems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Library Guest</dc:creator>
  <cp:lastModifiedBy>Wajiha Nazir</cp:lastModifiedBy>
  <cp:revision>12</cp:revision>
  <dcterms:created xsi:type="dcterms:W3CDTF">2025-08-26T06:09:39Z</dcterms:created>
  <dcterms:modified xsi:type="dcterms:W3CDTF">2025-08-26T14:28:34Z</dcterms:modified>
</cp:coreProperties>
</file>