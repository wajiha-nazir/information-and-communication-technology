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F732BE-AC5C-4E3F-A8B6-0D6400C0F324}" type="doc">
      <dgm:prSet loTypeId="urn:microsoft.com/office/officeart/2005/8/layout/orgChart1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PK"/>
        </a:p>
      </dgm:t>
    </dgm:pt>
    <dgm:pt modelId="{F8493126-C516-47C4-9521-182FD3EA69BA}">
      <dgm:prSet phldrT="[Text]"/>
      <dgm:spPr/>
      <dgm:t>
        <a:bodyPr/>
        <a:lstStyle/>
        <a:p>
          <a:r>
            <a:rPr lang="en-US" dirty="0"/>
            <a:t>President</a:t>
          </a:r>
          <a:endParaRPr lang="en-PK" dirty="0"/>
        </a:p>
      </dgm:t>
    </dgm:pt>
    <dgm:pt modelId="{9ED95D0C-18A3-4893-910C-C7ED5AB71AEF}" type="parTrans" cxnId="{78DB0D6F-A4CE-497D-AE3E-1C99822CF1B6}">
      <dgm:prSet/>
      <dgm:spPr/>
      <dgm:t>
        <a:bodyPr/>
        <a:lstStyle/>
        <a:p>
          <a:endParaRPr lang="en-PK"/>
        </a:p>
      </dgm:t>
    </dgm:pt>
    <dgm:pt modelId="{882DB6A5-4904-47A1-AD87-2BADC091B5A4}" type="sibTrans" cxnId="{78DB0D6F-A4CE-497D-AE3E-1C99822CF1B6}">
      <dgm:prSet/>
      <dgm:spPr/>
      <dgm:t>
        <a:bodyPr/>
        <a:lstStyle/>
        <a:p>
          <a:endParaRPr lang="en-PK"/>
        </a:p>
      </dgm:t>
    </dgm:pt>
    <dgm:pt modelId="{330046A3-0A1B-4481-8FFA-A7537A4867F9}">
      <dgm:prSet phldrT="[Text]"/>
      <dgm:spPr/>
      <dgm:t>
        <a:bodyPr/>
        <a:lstStyle/>
        <a:p>
          <a:r>
            <a:rPr lang="en-US" dirty="0"/>
            <a:t>VP-Sales</a:t>
          </a:r>
          <a:endParaRPr lang="en-PK" dirty="0"/>
        </a:p>
      </dgm:t>
    </dgm:pt>
    <dgm:pt modelId="{2EC79248-C038-455A-BA1E-D1982A8AEF46}" type="parTrans" cxnId="{079EC5C1-7008-4AF2-9D73-D4D1379FBEE2}">
      <dgm:prSet/>
      <dgm:spPr/>
      <dgm:t>
        <a:bodyPr/>
        <a:lstStyle/>
        <a:p>
          <a:endParaRPr lang="en-PK"/>
        </a:p>
      </dgm:t>
    </dgm:pt>
    <dgm:pt modelId="{E7B99021-FDF5-4ED5-9CE3-7C880383E5E0}" type="sibTrans" cxnId="{079EC5C1-7008-4AF2-9D73-D4D1379FBEE2}">
      <dgm:prSet/>
      <dgm:spPr/>
      <dgm:t>
        <a:bodyPr/>
        <a:lstStyle/>
        <a:p>
          <a:endParaRPr lang="en-PK"/>
        </a:p>
      </dgm:t>
    </dgm:pt>
    <dgm:pt modelId="{71346E4E-9C8A-4D79-AF43-408544F1A79A}">
      <dgm:prSet phldrT="[Text]"/>
      <dgm:spPr/>
      <dgm:t>
        <a:bodyPr/>
        <a:lstStyle/>
        <a:p>
          <a:r>
            <a:rPr lang="en-US" dirty="0"/>
            <a:t>VP Marketing</a:t>
          </a:r>
          <a:endParaRPr lang="en-PK" dirty="0"/>
        </a:p>
      </dgm:t>
    </dgm:pt>
    <dgm:pt modelId="{56409B2D-9E8B-49DB-B851-85F29A410E3E}" type="parTrans" cxnId="{69D4218D-B46A-4603-8FB0-90EBFDFFCC09}">
      <dgm:prSet/>
      <dgm:spPr/>
      <dgm:t>
        <a:bodyPr/>
        <a:lstStyle/>
        <a:p>
          <a:endParaRPr lang="en-PK"/>
        </a:p>
      </dgm:t>
    </dgm:pt>
    <dgm:pt modelId="{E95EFD60-3774-4FA2-9E9B-24D3B4EB0EC2}" type="sibTrans" cxnId="{69D4218D-B46A-4603-8FB0-90EBFDFFCC09}">
      <dgm:prSet/>
      <dgm:spPr/>
      <dgm:t>
        <a:bodyPr/>
        <a:lstStyle/>
        <a:p>
          <a:endParaRPr lang="en-PK"/>
        </a:p>
      </dgm:t>
    </dgm:pt>
    <dgm:pt modelId="{783D7B75-D9C3-443D-B3A0-AE58DF611AE7}">
      <dgm:prSet phldrT="[Text]"/>
      <dgm:spPr/>
      <dgm:t>
        <a:bodyPr/>
        <a:lstStyle/>
        <a:p>
          <a:r>
            <a:rPr lang="en-US" dirty="0"/>
            <a:t>VP-Accounting</a:t>
          </a:r>
          <a:endParaRPr lang="en-PK" dirty="0"/>
        </a:p>
      </dgm:t>
    </dgm:pt>
    <dgm:pt modelId="{EC75DC8F-AC85-4138-A5BF-CDC32E0B0092}" type="parTrans" cxnId="{03A34A4F-9A76-4168-A561-0D71FAC0CC85}">
      <dgm:prSet/>
      <dgm:spPr/>
      <dgm:t>
        <a:bodyPr/>
        <a:lstStyle/>
        <a:p>
          <a:endParaRPr lang="en-PK"/>
        </a:p>
      </dgm:t>
    </dgm:pt>
    <dgm:pt modelId="{81D08151-2A30-43FC-A82E-80A4341A33F6}" type="sibTrans" cxnId="{03A34A4F-9A76-4168-A561-0D71FAC0CC85}">
      <dgm:prSet/>
      <dgm:spPr/>
      <dgm:t>
        <a:bodyPr/>
        <a:lstStyle/>
        <a:p>
          <a:endParaRPr lang="en-PK"/>
        </a:p>
      </dgm:t>
    </dgm:pt>
    <dgm:pt modelId="{0D3D81A1-C116-4F32-8ECA-BDF32FA83E10}">
      <dgm:prSet phldrT="[Text]"/>
      <dgm:spPr/>
      <dgm:t>
        <a:bodyPr/>
        <a:lstStyle/>
        <a:p>
          <a:r>
            <a:rPr lang="en-US" dirty="0"/>
            <a:t>Underling 1</a:t>
          </a:r>
          <a:endParaRPr lang="en-PK" dirty="0"/>
        </a:p>
      </dgm:t>
    </dgm:pt>
    <dgm:pt modelId="{1825DDE1-706D-4F3A-A1B9-28A458A16CDC}" type="parTrans" cxnId="{4C47084B-A41B-4B3E-AF0B-7B0B1B3DA302}">
      <dgm:prSet/>
      <dgm:spPr/>
      <dgm:t>
        <a:bodyPr/>
        <a:lstStyle/>
        <a:p>
          <a:endParaRPr lang="en-PK"/>
        </a:p>
      </dgm:t>
    </dgm:pt>
    <dgm:pt modelId="{6893A6B0-8C5E-44DB-8BC5-F8821F192ADC}" type="sibTrans" cxnId="{4C47084B-A41B-4B3E-AF0B-7B0B1B3DA302}">
      <dgm:prSet/>
      <dgm:spPr/>
      <dgm:t>
        <a:bodyPr/>
        <a:lstStyle/>
        <a:p>
          <a:endParaRPr lang="en-PK"/>
        </a:p>
      </dgm:t>
    </dgm:pt>
    <dgm:pt modelId="{F0A3716A-0307-43EC-8D72-1E0D0F0000F3}">
      <dgm:prSet phldrT="[Text]"/>
      <dgm:spPr/>
      <dgm:t>
        <a:bodyPr/>
        <a:lstStyle/>
        <a:p>
          <a:r>
            <a:rPr lang="en-US" dirty="0"/>
            <a:t>Underling 2</a:t>
          </a:r>
          <a:endParaRPr lang="en-PK" dirty="0"/>
        </a:p>
      </dgm:t>
    </dgm:pt>
    <dgm:pt modelId="{11898826-CC34-4803-B2DB-BA00B3B1C35A}" type="parTrans" cxnId="{8F729C07-1427-49B8-BD0A-30B771EFFACF}">
      <dgm:prSet/>
      <dgm:spPr/>
      <dgm:t>
        <a:bodyPr/>
        <a:lstStyle/>
        <a:p>
          <a:endParaRPr lang="en-PK"/>
        </a:p>
      </dgm:t>
    </dgm:pt>
    <dgm:pt modelId="{D90CDBE3-3463-43CF-A782-1C906F0D1300}" type="sibTrans" cxnId="{8F729C07-1427-49B8-BD0A-30B771EFFACF}">
      <dgm:prSet/>
      <dgm:spPr/>
      <dgm:t>
        <a:bodyPr/>
        <a:lstStyle/>
        <a:p>
          <a:endParaRPr lang="en-PK"/>
        </a:p>
      </dgm:t>
    </dgm:pt>
    <dgm:pt modelId="{B3D95762-2D40-49B8-91DF-D9D35365A82E}">
      <dgm:prSet phldrT="[Text]"/>
      <dgm:spPr/>
      <dgm:t>
        <a:bodyPr/>
        <a:lstStyle/>
        <a:p>
          <a:r>
            <a:rPr lang="en-US" dirty="0"/>
            <a:t>Minion 1</a:t>
          </a:r>
          <a:endParaRPr lang="en-PK" dirty="0"/>
        </a:p>
      </dgm:t>
    </dgm:pt>
    <dgm:pt modelId="{429CB0D3-3B6B-4204-B4FC-1501E57D75D8}" type="parTrans" cxnId="{2DE810F1-16DF-438F-8B2D-8A18F589BA00}">
      <dgm:prSet/>
      <dgm:spPr/>
      <dgm:t>
        <a:bodyPr/>
        <a:lstStyle/>
        <a:p>
          <a:endParaRPr lang="en-PK"/>
        </a:p>
      </dgm:t>
    </dgm:pt>
    <dgm:pt modelId="{3F67681B-86DC-48CC-B5AA-268BFF8E3521}" type="sibTrans" cxnId="{2DE810F1-16DF-438F-8B2D-8A18F589BA00}">
      <dgm:prSet/>
      <dgm:spPr/>
      <dgm:t>
        <a:bodyPr/>
        <a:lstStyle/>
        <a:p>
          <a:endParaRPr lang="en-PK"/>
        </a:p>
      </dgm:t>
    </dgm:pt>
    <dgm:pt modelId="{EE9A8A67-FFFF-4A89-837E-A8CD9190B6BD}">
      <dgm:prSet phldrT="[Text]"/>
      <dgm:spPr/>
      <dgm:t>
        <a:bodyPr/>
        <a:lstStyle/>
        <a:p>
          <a:r>
            <a:rPr lang="en-US" dirty="0"/>
            <a:t>Minion 2</a:t>
          </a:r>
          <a:endParaRPr lang="en-PK" dirty="0"/>
        </a:p>
      </dgm:t>
    </dgm:pt>
    <dgm:pt modelId="{EF9326C0-33BC-4189-8B49-A439E8A38644}" type="parTrans" cxnId="{56B62C5C-F5A8-4206-9AA2-2CDFF80C21D8}">
      <dgm:prSet/>
      <dgm:spPr/>
      <dgm:t>
        <a:bodyPr/>
        <a:lstStyle/>
        <a:p>
          <a:endParaRPr lang="en-PK"/>
        </a:p>
      </dgm:t>
    </dgm:pt>
    <dgm:pt modelId="{9071594C-3C4A-475E-AC27-8E71001C9270}" type="sibTrans" cxnId="{56B62C5C-F5A8-4206-9AA2-2CDFF80C21D8}">
      <dgm:prSet/>
      <dgm:spPr/>
      <dgm:t>
        <a:bodyPr/>
        <a:lstStyle/>
        <a:p>
          <a:endParaRPr lang="en-PK"/>
        </a:p>
      </dgm:t>
    </dgm:pt>
    <dgm:pt modelId="{ADA15751-F482-467A-A3A8-2CE01C797D64}">
      <dgm:prSet phldrT="[Text]"/>
      <dgm:spPr/>
      <dgm:t>
        <a:bodyPr/>
        <a:lstStyle/>
        <a:p>
          <a:r>
            <a:rPr lang="en-US" dirty="0"/>
            <a:t>Assistant 1</a:t>
          </a:r>
          <a:endParaRPr lang="en-PK" dirty="0"/>
        </a:p>
      </dgm:t>
    </dgm:pt>
    <dgm:pt modelId="{11785AE2-8AAD-48BF-AEF0-6A609EFD0937}" type="parTrans" cxnId="{A4F4F7C7-93E0-4914-99A0-4DD30502F373}">
      <dgm:prSet/>
      <dgm:spPr/>
      <dgm:t>
        <a:bodyPr/>
        <a:lstStyle/>
        <a:p>
          <a:endParaRPr lang="en-PK"/>
        </a:p>
      </dgm:t>
    </dgm:pt>
    <dgm:pt modelId="{DCCCFCB0-59EB-47F2-B401-DB00EA61CE8E}" type="sibTrans" cxnId="{A4F4F7C7-93E0-4914-99A0-4DD30502F373}">
      <dgm:prSet/>
      <dgm:spPr/>
      <dgm:t>
        <a:bodyPr/>
        <a:lstStyle/>
        <a:p>
          <a:endParaRPr lang="en-PK"/>
        </a:p>
      </dgm:t>
    </dgm:pt>
    <dgm:pt modelId="{BAB33CC7-EC96-456C-9564-05E140047B2F}">
      <dgm:prSet phldrT="[Text]"/>
      <dgm:spPr/>
      <dgm:t>
        <a:bodyPr/>
        <a:lstStyle/>
        <a:p>
          <a:r>
            <a:rPr lang="en-US" dirty="0"/>
            <a:t>Assistant 2</a:t>
          </a:r>
          <a:endParaRPr lang="en-PK" dirty="0"/>
        </a:p>
      </dgm:t>
    </dgm:pt>
    <dgm:pt modelId="{AF6482BA-2F20-4FAD-BB15-3564BE11AA88}" type="parTrans" cxnId="{7CBD1D2F-8496-4F4C-AF93-BBCB7826EBBA}">
      <dgm:prSet/>
      <dgm:spPr/>
      <dgm:t>
        <a:bodyPr/>
        <a:lstStyle/>
        <a:p>
          <a:endParaRPr lang="en-PK"/>
        </a:p>
      </dgm:t>
    </dgm:pt>
    <dgm:pt modelId="{0EAE96DD-A242-4E3A-B188-5E449ECD631A}" type="sibTrans" cxnId="{7CBD1D2F-8496-4F4C-AF93-BBCB7826EBBA}">
      <dgm:prSet/>
      <dgm:spPr/>
      <dgm:t>
        <a:bodyPr/>
        <a:lstStyle/>
        <a:p>
          <a:endParaRPr lang="en-PK"/>
        </a:p>
      </dgm:t>
    </dgm:pt>
    <dgm:pt modelId="{ADF053FE-23F2-4D84-BBF8-4EE1A89288E9}">
      <dgm:prSet phldrT="[Text]"/>
      <dgm:spPr/>
      <dgm:t>
        <a:bodyPr/>
        <a:lstStyle/>
        <a:p>
          <a:r>
            <a:rPr lang="en-US" dirty="0"/>
            <a:t>Assistant 3</a:t>
          </a:r>
          <a:endParaRPr lang="en-PK" dirty="0"/>
        </a:p>
      </dgm:t>
    </dgm:pt>
    <dgm:pt modelId="{0045246A-02F7-4F45-A441-4F2FEAB7F005}" type="parTrans" cxnId="{987F5BDE-2B7D-4DC4-9F9D-01B198C3AB1D}">
      <dgm:prSet/>
      <dgm:spPr/>
      <dgm:t>
        <a:bodyPr/>
        <a:lstStyle/>
        <a:p>
          <a:endParaRPr lang="en-PK"/>
        </a:p>
      </dgm:t>
    </dgm:pt>
    <dgm:pt modelId="{DC72BF24-6136-4BB9-AC1C-201F735FE062}" type="sibTrans" cxnId="{987F5BDE-2B7D-4DC4-9F9D-01B198C3AB1D}">
      <dgm:prSet/>
      <dgm:spPr/>
      <dgm:t>
        <a:bodyPr/>
        <a:lstStyle/>
        <a:p>
          <a:endParaRPr lang="en-PK"/>
        </a:p>
      </dgm:t>
    </dgm:pt>
    <dgm:pt modelId="{66030983-B992-4602-8F02-F820E354B62E}" type="pres">
      <dgm:prSet presAssocID="{1EF732BE-AC5C-4E3F-A8B6-0D6400C0F32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7C2B989-F990-4C2E-91D2-27EE4CA3993E}" type="pres">
      <dgm:prSet presAssocID="{F8493126-C516-47C4-9521-182FD3EA69BA}" presName="hierRoot1" presStyleCnt="0">
        <dgm:presLayoutVars>
          <dgm:hierBranch val="init"/>
        </dgm:presLayoutVars>
      </dgm:prSet>
      <dgm:spPr/>
    </dgm:pt>
    <dgm:pt modelId="{C2E22E25-3DAF-46DA-8837-B084012F4531}" type="pres">
      <dgm:prSet presAssocID="{F8493126-C516-47C4-9521-182FD3EA69BA}" presName="rootComposite1" presStyleCnt="0"/>
      <dgm:spPr/>
    </dgm:pt>
    <dgm:pt modelId="{B9996BE2-DE3D-4B04-9A79-B244C0BDA683}" type="pres">
      <dgm:prSet presAssocID="{F8493126-C516-47C4-9521-182FD3EA69BA}" presName="rootText1" presStyleLbl="node0" presStyleIdx="0" presStyleCnt="1">
        <dgm:presLayoutVars>
          <dgm:chPref val="3"/>
        </dgm:presLayoutVars>
      </dgm:prSet>
      <dgm:spPr/>
    </dgm:pt>
    <dgm:pt modelId="{CB8B759F-D6FF-4992-8884-00CB7F5A9FD4}" type="pres">
      <dgm:prSet presAssocID="{F8493126-C516-47C4-9521-182FD3EA69BA}" presName="rootConnector1" presStyleLbl="node1" presStyleIdx="0" presStyleCnt="0"/>
      <dgm:spPr/>
    </dgm:pt>
    <dgm:pt modelId="{0F006013-81B2-49AF-A105-EA0ACA02BC55}" type="pres">
      <dgm:prSet presAssocID="{F8493126-C516-47C4-9521-182FD3EA69BA}" presName="hierChild2" presStyleCnt="0"/>
      <dgm:spPr/>
    </dgm:pt>
    <dgm:pt modelId="{EA22D0C1-4455-4524-A61D-B38337E298A7}" type="pres">
      <dgm:prSet presAssocID="{2EC79248-C038-455A-BA1E-D1982A8AEF46}" presName="Name37" presStyleLbl="parChTrans1D2" presStyleIdx="0" presStyleCnt="3"/>
      <dgm:spPr/>
    </dgm:pt>
    <dgm:pt modelId="{6CB3DF1F-BA35-4715-88BC-D444C5DA0C29}" type="pres">
      <dgm:prSet presAssocID="{330046A3-0A1B-4481-8FFA-A7537A4867F9}" presName="hierRoot2" presStyleCnt="0">
        <dgm:presLayoutVars>
          <dgm:hierBranch val="init"/>
        </dgm:presLayoutVars>
      </dgm:prSet>
      <dgm:spPr/>
    </dgm:pt>
    <dgm:pt modelId="{6EE6A4B7-C019-475D-A670-621804602210}" type="pres">
      <dgm:prSet presAssocID="{330046A3-0A1B-4481-8FFA-A7537A4867F9}" presName="rootComposite" presStyleCnt="0"/>
      <dgm:spPr/>
    </dgm:pt>
    <dgm:pt modelId="{4F65F647-CA8F-42D5-9D7F-CAA8DA28D121}" type="pres">
      <dgm:prSet presAssocID="{330046A3-0A1B-4481-8FFA-A7537A4867F9}" presName="rootText" presStyleLbl="node2" presStyleIdx="0" presStyleCnt="3">
        <dgm:presLayoutVars>
          <dgm:chPref val="3"/>
        </dgm:presLayoutVars>
      </dgm:prSet>
      <dgm:spPr/>
    </dgm:pt>
    <dgm:pt modelId="{71262381-8652-4A18-B5C3-49BB8CC13C1A}" type="pres">
      <dgm:prSet presAssocID="{330046A3-0A1B-4481-8FFA-A7537A4867F9}" presName="rootConnector" presStyleLbl="node2" presStyleIdx="0" presStyleCnt="3"/>
      <dgm:spPr/>
    </dgm:pt>
    <dgm:pt modelId="{67204C21-7FA7-43AE-96FB-25BD0045518F}" type="pres">
      <dgm:prSet presAssocID="{330046A3-0A1B-4481-8FFA-A7537A4867F9}" presName="hierChild4" presStyleCnt="0"/>
      <dgm:spPr/>
    </dgm:pt>
    <dgm:pt modelId="{9856BD38-C571-4E69-B4A3-DE9F1314211F}" type="pres">
      <dgm:prSet presAssocID="{1825DDE1-706D-4F3A-A1B9-28A458A16CDC}" presName="Name37" presStyleLbl="parChTrans1D3" presStyleIdx="0" presStyleCnt="7"/>
      <dgm:spPr/>
    </dgm:pt>
    <dgm:pt modelId="{1A89DDF3-EA32-417F-B6B8-8E2AEC5656FD}" type="pres">
      <dgm:prSet presAssocID="{0D3D81A1-C116-4F32-8ECA-BDF32FA83E10}" presName="hierRoot2" presStyleCnt="0">
        <dgm:presLayoutVars>
          <dgm:hierBranch val="init"/>
        </dgm:presLayoutVars>
      </dgm:prSet>
      <dgm:spPr/>
    </dgm:pt>
    <dgm:pt modelId="{42D2D674-1CF0-4038-A01A-B8114C15638B}" type="pres">
      <dgm:prSet presAssocID="{0D3D81A1-C116-4F32-8ECA-BDF32FA83E10}" presName="rootComposite" presStyleCnt="0"/>
      <dgm:spPr/>
    </dgm:pt>
    <dgm:pt modelId="{35E205C4-C78C-4EE0-AED5-0544016C5250}" type="pres">
      <dgm:prSet presAssocID="{0D3D81A1-C116-4F32-8ECA-BDF32FA83E10}" presName="rootText" presStyleLbl="node3" presStyleIdx="0" presStyleCnt="7">
        <dgm:presLayoutVars>
          <dgm:chPref val="3"/>
        </dgm:presLayoutVars>
      </dgm:prSet>
      <dgm:spPr/>
    </dgm:pt>
    <dgm:pt modelId="{1E59B14C-DEC3-45FA-A5CA-9C55BBE4A2D9}" type="pres">
      <dgm:prSet presAssocID="{0D3D81A1-C116-4F32-8ECA-BDF32FA83E10}" presName="rootConnector" presStyleLbl="node3" presStyleIdx="0" presStyleCnt="7"/>
      <dgm:spPr/>
    </dgm:pt>
    <dgm:pt modelId="{CA33027E-C53F-468E-96FC-AA89C5B950E8}" type="pres">
      <dgm:prSet presAssocID="{0D3D81A1-C116-4F32-8ECA-BDF32FA83E10}" presName="hierChild4" presStyleCnt="0"/>
      <dgm:spPr/>
    </dgm:pt>
    <dgm:pt modelId="{E7A02BC1-AEFA-4B58-91CD-AB2BB1520582}" type="pres">
      <dgm:prSet presAssocID="{0D3D81A1-C116-4F32-8ECA-BDF32FA83E10}" presName="hierChild5" presStyleCnt="0"/>
      <dgm:spPr/>
    </dgm:pt>
    <dgm:pt modelId="{53B785F9-4A65-4E3C-AFE3-12F22AEB831D}" type="pres">
      <dgm:prSet presAssocID="{11898826-CC34-4803-B2DB-BA00B3B1C35A}" presName="Name37" presStyleLbl="parChTrans1D3" presStyleIdx="1" presStyleCnt="7"/>
      <dgm:spPr/>
    </dgm:pt>
    <dgm:pt modelId="{7EA00F10-68F7-4775-B9DE-29E071CB790A}" type="pres">
      <dgm:prSet presAssocID="{F0A3716A-0307-43EC-8D72-1E0D0F0000F3}" presName="hierRoot2" presStyleCnt="0">
        <dgm:presLayoutVars>
          <dgm:hierBranch val="init"/>
        </dgm:presLayoutVars>
      </dgm:prSet>
      <dgm:spPr/>
    </dgm:pt>
    <dgm:pt modelId="{254B3161-EF22-4BAB-A558-CD4CDCEC9C84}" type="pres">
      <dgm:prSet presAssocID="{F0A3716A-0307-43EC-8D72-1E0D0F0000F3}" presName="rootComposite" presStyleCnt="0"/>
      <dgm:spPr/>
    </dgm:pt>
    <dgm:pt modelId="{96A778FC-F3D5-4708-B169-54E612A01B58}" type="pres">
      <dgm:prSet presAssocID="{F0A3716A-0307-43EC-8D72-1E0D0F0000F3}" presName="rootText" presStyleLbl="node3" presStyleIdx="1" presStyleCnt="7">
        <dgm:presLayoutVars>
          <dgm:chPref val="3"/>
        </dgm:presLayoutVars>
      </dgm:prSet>
      <dgm:spPr/>
    </dgm:pt>
    <dgm:pt modelId="{CB1161DA-FCCC-44DD-AC10-C876B0C3609B}" type="pres">
      <dgm:prSet presAssocID="{F0A3716A-0307-43EC-8D72-1E0D0F0000F3}" presName="rootConnector" presStyleLbl="node3" presStyleIdx="1" presStyleCnt="7"/>
      <dgm:spPr/>
    </dgm:pt>
    <dgm:pt modelId="{19A449A4-5883-4166-BCD5-EDB69586E746}" type="pres">
      <dgm:prSet presAssocID="{F0A3716A-0307-43EC-8D72-1E0D0F0000F3}" presName="hierChild4" presStyleCnt="0"/>
      <dgm:spPr/>
    </dgm:pt>
    <dgm:pt modelId="{BB0BF1B0-8C6A-4430-BE45-B9B8E65278F2}" type="pres">
      <dgm:prSet presAssocID="{F0A3716A-0307-43EC-8D72-1E0D0F0000F3}" presName="hierChild5" presStyleCnt="0"/>
      <dgm:spPr/>
    </dgm:pt>
    <dgm:pt modelId="{44DDAA4C-7568-4B3A-83AF-D885AC5C73B2}" type="pres">
      <dgm:prSet presAssocID="{330046A3-0A1B-4481-8FFA-A7537A4867F9}" presName="hierChild5" presStyleCnt="0"/>
      <dgm:spPr/>
    </dgm:pt>
    <dgm:pt modelId="{59A105A7-AFF3-4A07-8387-5B47CE5A2F86}" type="pres">
      <dgm:prSet presAssocID="{56409B2D-9E8B-49DB-B851-85F29A410E3E}" presName="Name37" presStyleLbl="parChTrans1D2" presStyleIdx="1" presStyleCnt="3"/>
      <dgm:spPr/>
    </dgm:pt>
    <dgm:pt modelId="{4E5C55CF-F063-4114-92B5-9D9429357026}" type="pres">
      <dgm:prSet presAssocID="{71346E4E-9C8A-4D79-AF43-408544F1A79A}" presName="hierRoot2" presStyleCnt="0">
        <dgm:presLayoutVars>
          <dgm:hierBranch val="init"/>
        </dgm:presLayoutVars>
      </dgm:prSet>
      <dgm:spPr/>
    </dgm:pt>
    <dgm:pt modelId="{BE73249C-BC3C-4B1F-8835-5D4F1F7D346F}" type="pres">
      <dgm:prSet presAssocID="{71346E4E-9C8A-4D79-AF43-408544F1A79A}" presName="rootComposite" presStyleCnt="0"/>
      <dgm:spPr/>
    </dgm:pt>
    <dgm:pt modelId="{865E0FDA-22E5-45F8-8C6F-23165C0442D7}" type="pres">
      <dgm:prSet presAssocID="{71346E4E-9C8A-4D79-AF43-408544F1A79A}" presName="rootText" presStyleLbl="node2" presStyleIdx="1" presStyleCnt="3">
        <dgm:presLayoutVars>
          <dgm:chPref val="3"/>
        </dgm:presLayoutVars>
      </dgm:prSet>
      <dgm:spPr/>
    </dgm:pt>
    <dgm:pt modelId="{344ED4FF-ADA5-4E07-8391-7B67EC9FC737}" type="pres">
      <dgm:prSet presAssocID="{71346E4E-9C8A-4D79-AF43-408544F1A79A}" presName="rootConnector" presStyleLbl="node2" presStyleIdx="1" presStyleCnt="3"/>
      <dgm:spPr/>
    </dgm:pt>
    <dgm:pt modelId="{9E197F95-CC8F-429F-ADEE-9F5FFE70C242}" type="pres">
      <dgm:prSet presAssocID="{71346E4E-9C8A-4D79-AF43-408544F1A79A}" presName="hierChild4" presStyleCnt="0"/>
      <dgm:spPr/>
    </dgm:pt>
    <dgm:pt modelId="{22687954-ABCD-4DD4-BF45-A88C2A32F2E1}" type="pres">
      <dgm:prSet presAssocID="{429CB0D3-3B6B-4204-B4FC-1501E57D75D8}" presName="Name37" presStyleLbl="parChTrans1D3" presStyleIdx="2" presStyleCnt="7"/>
      <dgm:spPr/>
    </dgm:pt>
    <dgm:pt modelId="{E9D96ADE-9156-4EEE-A96B-27C690B8B785}" type="pres">
      <dgm:prSet presAssocID="{B3D95762-2D40-49B8-91DF-D9D35365A82E}" presName="hierRoot2" presStyleCnt="0">
        <dgm:presLayoutVars>
          <dgm:hierBranch val="init"/>
        </dgm:presLayoutVars>
      </dgm:prSet>
      <dgm:spPr/>
    </dgm:pt>
    <dgm:pt modelId="{9BD4DE9F-88B1-4880-BF00-4579CD15ADEF}" type="pres">
      <dgm:prSet presAssocID="{B3D95762-2D40-49B8-91DF-D9D35365A82E}" presName="rootComposite" presStyleCnt="0"/>
      <dgm:spPr/>
    </dgm:pt>
    <dgm:pt modelId="{7DF4AFF9-1DC7-4036-98CD-F3863ED02069}" type="pres">
      <dgm:prSet presAssocID="{B3D95762-2D40-49B8-91DF-D9D35365A82E}" presName="rootText" presStyleLbl="node3" presStyleIdx="2" presStyleCnt="7">
        <dgm:presLayoutVars>
          <dgm:chPref val="3"/>
        </dgm:presLayoutVars>
      </dgm:prSet>
      <dgm:spPr/>
    </dgm:pt>
    <dgm:pt modelId="{624FEB14-53BF-4EE5-AE17-2BCCAD5B7127}" type="pres">
      <dgm:prSet presAssocID="{B3D95762-2D40-49B8-91DF-D9D35365A82E}" presName="rootConnector" presStyleLbl="node3" presStyleIdx="2" presStyleCnt="7"/>
      <dgm:spPr/>
    </dgm:pt>
    <dgm:pt modelId="{6965B4BF-B1CE-4661-B7D0-A4F400DB303F}" type="pres">
      <dgm:prSet presAssocID="{B3D95762-2D40-49B8-91DF-D9D35365A82E}" presName="hierChild4" presStyleCnt="0"/>
      <dgm:spPr/>
    </dgm:pt>
    <dgm:pt modelId="{E623953F-B22F-4F9F-849A-6949AAD7593B}" type="pres">
      <dgm:prSet presAssocID="{B3D95762-2D40-49B8-91DF-D9D35365A82E}" presName="hierChild5" presStyleCnt="0"/>
      <dgm:spPr/>
    </dgm:pt>
    <dgm:pt modelId="{5428CE7E-CC64-470B-8578-75BBBA400C70}" type="pres">
      <dgm:prSet presAssocID="{EF9326C0-33BC-4189-8B49-A439E8A38644}" presName="Name37" presStyleLbl="parChTrans1D3" presStyleIdx="3" presStyleCnt="7"/>
      <dgm:spPr/>
    </dgm:pt>
    <dgm:pt modelId="{ED2AB2F5-AC4A-4444-A0D7-60F86FB1BD5E}" type="pres">
      <dgm:prSet presAssocID="{EE9A8A67-FFFF-4A89-837E-A8CD9190B6BD}" presName="hierRoot2" presStyleCnt="0">
        <dgm:presLayoutVars>
          <dgm:hierBranch val="init"/>
        </dgm:presLayoutVars>
      </dgm:prSet>
      <dgm:spPr/>
    </dgm:pt>
    <dgm:pt modelId="{AA95EF80-B960-4756-ADAE-A611E8BA6CDC}" type="pres">
      <dgm:prSet presAssocID="{EE9A8A67-FFFF-4A89-837E-A8CD9190B6BD}" presName="rootComposite" presStyleCnt="0"/>
      <dgm:spPr/>
    </dgm:pt>
    <dgm:pt modelId="{B73AF5CE-F8D3-443D-AD4A-512EAAE8F5B8}" type="pres">
      <dgm:prSet presAssocID="{EE9A8A67-FFFF-4A89-837E-A8CD9190B6BD}" presName="rootText" presStyleLbl="node3" presStyleIdx="3" presStyleCnt="7">
        <dgm:presLayoutVars>
          <dgm:chPref val="3"/>
        </dgm:presLayoutVars>
      </dgm:prSet>
      <dgm:spPr/>
    </dgm:pt>
    <dgm:pt modelId="{1AD42E3C-F093-4D87-9A03-70EFD09F6D0E}" type="pres">
      <dgm:prSet presAssocID="{EE9A8A67-FFFF-4A89-837E-A8CD9190B6BD}" presName="rootConnector" presStyleLbl="node3" presStyleIdx="3" presStyleCnt="7"/>
      <dgm:spPr/>
    </dgm:pt>
    <dgm:pt modelId="{863924FA-0106-46C2-91B6-C4A8AB24AA1F}" type="pres">
      <dgm:prSet presAssocID="{EE9A8A67-FFFF-4A89-837E-A8CD9190B6BD}" presName="hierChild4" presStyleCnt="0"/>
      <dgm:spPr/>
    </dgm:pt>
    <dgm:pt modelId="{36F596F1-10F6-4060-BF8E-5EC72CCDAE1F}" type="pres">
      <dgm:prSet presAssocID="{EE9A8A67-FFFF-4A89-837E-A8CD9190B6BD}" presName="hierChild5" presStyleCnt="0"/>
      <dgm:spPr/>
    </dgm:pt>
    <dgm:pt modelId="{D37642E7-3AF1-4F09-9731-F36938BCB4AA}" type="pres">
      <dgm:prSet presAssocID="{71346E4E-9C8A-4D79-AF43-408544F1A79A}" presName="hierChild5" presStyleCnt="0"/>
      <dgm:spPr/>
    </dgm:pt>
    <dgm:pt modelId="{0C36088C-A7BA-43BD-A04B-C27D4EB9B0DA}" type="pres">
      <dgm:prSet presAssocID="{EC75DC8F-AC85-4138-A5BF-CDC32E0B0092}" presName="Name37" presStyleLbl="parChTrans1D2" presStyleIdx="2" presStyleCnt="3"/>
      <dgm:spPr/>
    </dgm:pt>
    <dgm:pt modelId="{862BC620-C563-445D-8199-D26811E1A1B9}" type="pres">
      <dgm:prSet presAssocID="{783D7B75-D9C3-443D-B3A0-AE58DF611AE7}" presName="hierRoot2" presStyleCnt="0">
        <dgm:presLayoutVars>
          <dgm:hierBranch val="init"/>
        </dgm:presLayoutVars>
      </dgm:prSet>
      <dgm:spPr/>
    </dgm:pt>
    <dgm:pt modelId="{FDC80C5C-6502-48FC-9085-2B79B835E97E}" type="pres">
      <dgm:prSet presAssocID="{783D7B75-D9C3-443D-B3A0-AE58DF611AE7}" presName="rootComposite" presStyleCnt="0"/>
      <dgm:spPr/>
    </dgm:pt>
    <dgm:pt modelId="{B9DC6F5F-9C06-4947-B473-9916910017C5}" type="pres">
      <dgm:prSet presAssocID="{783D7B75-D9C3-443D-B3A0-AE58DF611AE7}" presName="rootText" presStyleLbl="node2" presStyleIdx="2" presStyleCnt="3">
        <dgm:presLayoutVars>
          <dgm:chPref val="3"/>
        </dgm:presLayoutVars>
      </dgm:prSet>
      <dgm:spPr/>
    </dgm:pt>
    <dgm:pt modelId="{616B12F8-5D29-4267-A14B-2AC328BAA4C1}" type="pres">
      <dgm:prSet presAssocID="{783D7B75-D9C3-443D-B3A0-AE58DF611AE7}" presName="rootConnector" presStyleLbl="node2" presStyleIdx="2" presStyleCnt="3"/>
      <dgm:spPr/>
    </dgm:pt>
    <dgm:pt modelId="{7579B447-6E68-45D0-BCB3-F1025FCD4968}" type="pres">
      <dgm:prSet presAssocID="{783D7B75-D9C3-443D-B3A0-AE58DF611AE7}" presName="hierChild4" presStyleCnt="0"/>
      <dgm:spPr/>
    </dgm:pt>
    <dgm:pt modelId="{690638F1-530C-4B2D-BE06-9130FEA443FE}" type="pres">
      <dgm:prSet presAssocID="{11785AE2-8AAD-48BF-AEF0-6A609EFD0937}" presName="Name37" presStyleLbl="parChTrans1D3" presStyleIdx="4" presStyleCnt="7"/>
      <dgm:spPr/>
    </dgm:pt>
    <dgm:pt modelId="{1C919E22-679C-4897-8FBF-7569138B30AF}" type="pres">
      <dgm:prSet presAssocID="{ADA15751-F482-467A-A3A8-2CE01C797D64}" presName="hierRoot2" presStyleCnt="0">
        <dgm:presLayoutVars>
          <dgm:hierBranch val="init"/>
        </dgm:presLayoutVars>
      </dgm:prSet>
      <dgm:spPr/>
    </dgm:pt>
    <dgm:pt modelId="{475E0FE6-A4A0-4366-8B84-ADF2972EF22F}" type="pres">
      <dgm:prSet presAssocID="{ADA15751-F482-467A-A3A8-2CE01C797D64}" presName="rootComposite" presStyleCnt="0"/>
      <dgm:spPr/>
    </dgm:pt>
    <dgm:pt modelId="{29DF68C2-9156-4590-8D5F-4F36D27D7134}" type="pres">
      <dgm:prSet presAssocID="{ADA15751-F482-467A-A3A8-2CE01C797D64}" presName="rootText" presStyleLbl="node3" presStyleIdx="4" presStyleCnt="7">
        <dgm:presLayoutVars>
          <dgm:chPref val="3"/>
        </dgm:presLayoutVars>
      </dgm:prSet>
      <dgm:spPr/>
    </dgm:pt>
    <dgm:pt modelId="{D5F3B7E9-5AD8-4EC9-9082-7B4BEB770CA7}" type="pres">
      <dgm:prSet presAssocID="{ADA15751-F482-467A-A3A8-2CE01C797D64}" presName="rootConnector" presStyleLbl="node3" presStyleIdx="4" presStyleCnt="7"/>
      <dgm:spPr/>
    </dgm:pt>
    <dgm:pt modelId="{7E8C2D3C-44A7-4078-B51C-BF9793F09D14}" type="pres">
      <dgm:prSet presAssocID="{ADA15751-F482-467A-A3A8-2CE01C797D64}" presName="hierChild4" presStyleCnt="0"/>
      <dgm:spPr/>
    </dgm:pt>
    <dgm:pt modelId="{E734F8C9-5CAB-4717-ABED-66D81B6B1E89}" type="pres">
      <dgm:prSet presAssocID="{ADA15751-F482-467A-A3A8-2CE01C797D64}" presName="hierChild5" presStyleCnt="0"/>
      <dgm:spPr/>
    </dgm:pt>
    <dgm:pt modelId="{B46CA1B6-91CC-4AF5-9E06-81C849B522DC}" type="pres">
      <dgm:prSet presAssocID="{AF6482BA-2F20-4FAD-BB15-3564BE11AA88}" presName="Name37" presStyleLbl="parChTrans1D3" presStyleIdx="5" presStyleCnt="7"/>
      <dgm:spPr/>
    </dgm:pt>
    <dgm:pt modelId="{403CB448-0DD4-428D-98EA-8F3DE5C911BF}" type="pres">
      <dgm:prSet presAssocID="{BAB33CC7-EC96-456C-9564-05E140047B2F}" presName="hierRoot2" presStyleCnt="0">
        <dgm:presLayoutVars>
          <dgm:hierBranch val="init"/>
        </dgm:presLayoutVars>
      </dgm:prSet>
      <dgm:spPr/>
    </dgm:pt>
    <dgm:pt modelId="{0CDD189B-8BEB-400A-92B0-77826CC7F739}" type="pres">
      <dgm:prSet presAssocID="{BAB33CC7-EC96-456C-9564-05E140047B2F}" presName="rootComposite" presStyleCnt="0"/>
      <dgm:spPr/>
    </dgm:pt>
    <dgm:pt modelId="{DAE01D75-10FC-437F-A069-E842A7954B94}" type="pres">
      <dgm:prSet presAssocID="{BAB33CC7-EC96-456C-9564-05E140047B2F}" presName="rootText" presStyleLbl="node3" presStyleIdx="5" presStyleCnt="7">
        <dgm:presLayoutVars>
          <dgm:chPref val="3"/>
        </dgm:presLayoutVars>
      </dgm:prSet>
      <dgm:spPr/>
    </dgm:pt>
    <dgm:pt modelId="{B2D206DA-45EA-49A2-82B4-B996849EC9A3}" type="pres">
      <dgm:prSet presAssocID="{BAB33CC7-EC96-456C-9564-05E140047B2F}" presName="rootConnector" presStyleLbl="node3" presStyleIdx="5" presStyleCnt="7"/>
      <dgm:spPr/>
    </dgm:pt>
    <dgm:pt modelId="{15512EC6-6F5D-4CE2-B58F-14C5E913ABB8}" type="pres">
      <dgm:prSet presAssocID="{BAB33CC7-EC96-456C-9564-05E140047B2F}" presName="hierChild4" presStyleCnt="0"/>
      <dgm:spPr/>
    </dgm:pt>
    <dgm:pt modelId="{FA0846EC-14A9-402A-9328-250FBBC484B0}" type="pres">
      <dgm:prSet presAssocID="{BAB33CC7-EC96-456C-9564-05E140047B2F}" presName="hierChild5" presStyleCnt="0"/>
      <dgm:spPr/>
    </dgm:pt>
    <dgm:pt modelId="{CA7BA418-09B1-4714-AF8D-D24EDDD22995}" type="pres">
      <dgm:prSet presAssocID="{0045246A-02F7-4F45-A441-4F2FEAB7F005}" presName="Name37" presStyleLbl="parChTrans1D3" presStyleIdx="6" presStyleCnt="7"/>
      <dgm:spPr/>
    </dgm:pt>
    <dgm:pt modelId="{3B8131E6-BE66-43E3-A969-F894271F71D3}" type="pres">
      <dgm:prSet presAssocID="{ADF053FE-23F2-4D84-BBF8-4EE1A89288E9}" presName="hierRoot2" presStyleCnt="0">
        <dgm:presLayoutVars>
          <dgm:hierBranch val="init"/>
        </dgm:presLayoutVars>
      </dgm:prSet>
      <dgm:spPr/>
    </dgm:pt>
    <dgm:pt modelId="{184FA0A5-9795-435D-9534-9583EEF799C3}" type="pres">
      <dgm:prSet presAssocID="{ADF053FE-23F2-4D84-BBF8-4EE1A89288E9}" presName="rootComposite" presStyleCnt="0"/>
      <dgm:spPr/>
    </dgm:pt>
    <dgm:pt modelId="{1E66CDCF-5092-47CF-8794-AA80AEF0D5C2}" type="pres">
      <dgm:prSet presAssocID="{ADF053FE-23F2-4D84-BBF8-4EE1A89288E9}" presName="rootText" presStyleLbl="node3" presStyleIdx="6" presStyleCnt="7">
        <dgm:presLayoutVars>
          <dgm:chPref val="3"/>
        </dgm:presLayoutVars>
      </dgm:prSet>
      <dgm:spPr/>
    </dgm:pt>
    <dgm:pt modelId="{892AE69D-3CEA-4421-AFA8-3E807BE1C67D}" type="pres">
      <dgm:prSet presAssocID="{ADF053FE-23F2-4D84-BBF8-4EE1A89288E9}" presName="rootConnector" presStyleLbl="node3" presStyleIdx="6" presStyleCnt="7"/>
      <dgm:spPr/>
    </dgm:pt>
    <dgm:pt modelId="{E2C39937-F8E7-4C97-86FE-1EECEE67F47E}" type="pres">
      <dgm:prSet presAssocID="{ADF053FE-23F2-4D84-BBF8-4EE1A89288E9}" presName="hierChild4" presStyleCnt="0"/>
      <dgm:spPr/>
    </dgm:pt>
    <dgm:pt modelId="{0FF4CAD2-810E-4233-99CD-153999CEBDC1}" type="pres">
      <dgm:prSet presAssocID="{ADF053FE-23F2-4D84-BBF8-4EE1A89288E9}" presName="hierChild5" presStyleCnt="0"/>
      <dgm:spPr/>
    </dgm:pt>
    <dgm:pt modelId="{191D5526-514F-4F68-B8A4-B78E09104EF4}" type="pres">
      <dgm:prSet presAssocID="{783D7B75-D9C3-443D-B3A0-AE58DF611AE7}" presName="hierChild5" presStyleCnt="0"/>
      <dgm:spPr/>
    </dgm:pt>
    <dgm:pt modelId="{2272AFFD-BE70-42D5-ABD2-480FC783F51C}" type="pres">
      <dgm:prSet presAssocID="{F8493126-C516-47C4-9521-182FD3EA69BA}" presName="hierChild3" presStyleCnt="0"/>
      <dgm:spPr/>
    </dgm:pt>
  </dgm:ptLst>
  <dgm:cxnLst>
    <dgm:cxn modelId="{8F729C07-1427-49B8-BD0A-30B771EFFACF}" srcId="{330046A3-0A1B-4481-8FFA-A7537A4867F9}" destId="{F0A3716A-0307-43EC-8D72-1E0D0F0000F3}" srcOrd="1" destOrd="0" parTransId="{11898826-CC34-4803-B2DB-BA00B3B1C35A}" sibTransId="{D90CDBE3-3463-43CF-A782-1C906F0D1300}"/>
    <dgm:cxn modelId="{A8D3770A-F2F3-4A7B-ABF0-072890F1533A}" type="presOf" srcId="{1825DDE1-706D-4F3A-A1B9-28A458A16CDC}" destId="{9856BD38-C571-4E69-B4A3-DE9F1314211F}" srcOrd="0" destOrd="0" presId="urn:microsoft.com/office/officeart/2005/8/layout/orgChart1"/>
    <dgm:cxn modelId="{BB05B210-D5B7-4084-8959-73245C5549A4}" type="presOf" srcId="{ADF053FE-23F2-4D84-BBF8-4EE1A89288E9}" destId="{1E66CDCF-5092-47CF-8794-AA80AEF0D5C2}" srcOrd="0" destOrd="0" presId="urn:microsoft.com/office/officeart/2005/8/layout/orgChart1"/>
    <dgm:cxn modelId="{D55FEF15-5DC6-4D7D-A826-3C579ED515DA}" type="presOf" srcId="{F0A3716A-0307-43EC-8D72-1E0D0F0000F3}" destId="{CB1161DA-FCCC-44DD-AC10-C876B0C3609B}" srcOrd="1" destOrd="0" presId="urn:microsoft.com/office/officeart/2005/8/layout/orgChart1"/>
    <dgm:cxn modelId="{6F0E921A-7399-434F-A06B-70AC6DF6DFD7}" type="presOf" srcId="{0D3D81A1-C116-4F32-8ECA-BDF32FA83E10}" destId="{1E59B14C-DEC3-45FA-A5CA-9C55BBE4A2D9}" srcOrd="1" destOrd="0" presId="urn:microsoft.com/office/officeart/2005/8/layout/orgChart1"/>
    <dgm:cxn modelId="{83E38421-30F1-4A68-B4F0-20A4735C7023}" type="presOf" srcId="{BAB33CC7-EC96-456C-9564-05E140047B2F}" destId="{B2D206DA-45EA-49A2-82B4-B996849EC9A3}" srcOrd="1" destOrd="0" presId="urn:microsoft.com/office/officeart/2005/8/layout/orgChart1"/>
    <dgm:cxn modelId="{92762422-3B1D-4902-9436-02B46D015975}" type="presOf" srcId="{BAB33CC7-EC96-456C-9564-05E140047B2F}" destId="{DAE01D75-10FC-437F-A069-E842A7954B94}" srcOrd="0" destOrd="0" presId="urn:microsoft.com/office/officeart/2005/8/layout/orgChart1"/>
    <dgm:cxn modelId="{7CBD1D2F-8496-4F4C-AF93-BBCB7826EBBA}" srcId="{783D7B75-D9C3-443D-B3A0-AE58DF611AE7}" destId="{BAB33CC7-EC96-456C-9564-05E140047B2F}" srcOrd="1" destOrd="0" parTransId="{AF6482BA-2F20-4FAD-BB15-3564BE11AA88}" sibTransId="{0EAE96DD-A242-4E3A-B188-5E449ECD631A}"/>
    <dgm:cxn modelId="{EB13F53F-AC2E-47F8-9942-72836F4EAC3C}" type="presOf" srcId="{F8493126-C516-47C4-9521-182FD3EA69BA}" destId="{CB8B759F-D6FF-4992-8884-00CB7F5A9FD4}" srcOrd="1" destOrd="0" presId="urn:microsoft.com/office/officeart/2005/8/layout/orgChart1"/>
    <dgm:cxn modelId="{CC5F115B-33A0-4234-A9C5-7571CF6EAC7E}" type="presOf" srcId="{330046A3-0A1B-4481-8FFA-A7537A4867F9}" destId="{71262381-8652-4A18-B5C3-49BB8CC13C1A}" srcOrd="1" destOrd="0" presId="urn:microsoft.com/office/officeart/2005/8/layout/orgChart1"/>
    <dgm:cxn modelId="{56B62C5C-F5A8-4206-9AA2-2CDFF80C21D8}" srcId="{71346E4E-9C8A-4D79-AF43-408544F1A79A}" destId="{EE9A8A67-FFFF-4A89-837E-A8CD9190B6BD}" srcOrd="1" destOrd="0" parTransId="{EF9326C0-33BC-4189-8B49-A439E8A38644}" sibTransId="{9071594C-3C4A-475E-AC27-8E71001C9270}"/>
    <dgm:cxn modelId="{391BC848-D8E0-49B1-8A7A-1D3BA23410DE}" type="presOf" srcId="{429CB0D3-3B6B-4204-B4FC-1501E57D75D8}" destId="{22687954-ABCD-4DD4-BF45-A88C2A32F2E1}" srcOrd="0" destOrd="0" presId="urn:microsoft.com/office/officeart/2005/8/layout/orgChart1"/>
    <dgm:cxn modelId="{BBFED84A-2AE3-4855-8B07-F6AF049277F7}" type="presOf" srcId="{11898826-CC34-4803-B2DB-BA00B3B1C35A}" destId="{53B785F9-4A65-4E3C-AFE3-12F22AEB831D}" srcOrd="0" destOrd="0" presId="urn:microsoft.com/office/officeart/2005/8/layout/orgChart1"/>
    <dgm:cxn modelId="{4C47084B-A41B-4B3E-AF0B-7B0B1B3DA302}" srcId="{330046A3-0A1B-4481-8FFA-A7537A4867F9}" destId="{0D3D81A1-C116-4F32-8ECA-BDF32FA83E10}" srcOrd="0" destOrd="0" parTransId="{1825DDE1-706D-4F3A-A1B9-28A458A16CDC}" sibTransId="{6893A6B0-8C5E-44DB-8BC5-F8821F192ADC}"/>
    <dgm:cxn modelId="{28FC636E-857F-4D47-B9A2-ECF771F5DC87}" type="presOf" srcId="{71346E4E-9C8A-4D79-AF43-408544F1A79A}" destId="{344ED4FF-ADA5-4E07-8391-7B67EC9FC737}" srcOrd="1" destOrd="0" presId="urn:microsoft.com/office/officeart/2005/8/layout/orgChart1"/>
    <dgm:cxn modelId="{67E9B86E-AB5E-402C-8BB9-F8DF0BDAC467}" type="presOf" srcId="{B3D95762-2D40-49B8-91DF-D9D35365A82E}" destId="{7DF4AFF9-1DC7-4036-98CD-F3863ED02069}" srcOrd="0" destOrd="0" presId="urn:microsoft.com/office/officeart/2005/8/layout/orgChart1"/>
    <dgm:cxn modelId="{78DB0D6F-A4CE-497D-AE3E-1C99822CF1B6}" srcId="{1EF732BE-AC5C-4E3F-A8B6-0D6400C0F324}" destId="{F8493126-C516-47C4-9521-182FD3EA69BA}" srcOrd="0" destOrd="0" parTransId="{9ED95D0C-18A3-4893-910C-C7ED5AB71AEF}" sibTransId="{882DB6A5-4904-47A1-AD87-2BADC091B5A4}"/>
    <dgm:cxn modelId="{03A34A4F-9A76-4168-A561-0D71FAC0CC85}" srcId="{F8493126-C516-47C4-9521-182FD3EA69BA}" destId="{783D7B75-D9C3-443D-B3A0-AE58DF611AE7}" srcOrd="2" destOrd="0" parTransId="{EC75DC8F-AC85-4138-A5BF-CDC32E0B0092}" sibTransId="{81D08151-2A30-43FC-A82E-80A4341A33F6}"/>
    <dgm:cxn modelId="{5076C552-3EBA-4E99-83D2-31129EC4C9E4}" type="presOf" srcId="{71346E4E-9C8A-4D79-AF43-408544F1A79A}" destId="{865E0FDA-22E5-45F8-8C6F-23165C0442D7}" srcOrd="0" destOrd="0" presId="urn:microsoft.com/office/officeart/2005/8/layout/orgChart1"/>
    <dgm:cxn modelId="{B7B43478-0E7B-41AF-AF3D-5EE4AB03C769}" type="presOf" srcId="{56409B2D-9E8B-49DB-B851-85F29A410E3E}" destId="{59A105A7-AFF3-4A07-8387-5B47CE5A2F86}" srcOrd="0" destOrd="0" presId="urn:microsoft.com/office/officeart/2005/8/layout/orgChart1"/>
    <dgm:cxn modelId="{B5F57258-B161-415B-B83E-84C035051CE5}" type="presOf" srcId="{F8493126-C516-47C4-9521-182FD3EA69BA}" destId="{B9996BE2-DE3D-4B04-9A79-B244C0BDA683}" srcOrd="0" destOrd="0" presId="urn:microsoft.com/office/officeart/2005/8/layout/orgChart1"/>
    <dgm:cxn modelId="{1CC1027F-8861-4AFF-BC67-E09D8057BBF2}" type="presOf" srcId="{783D7B75-D9C3-443D-B3A0-AE58DF611AE7}" destId="{616B12F8-5D29-4267-A14B-2AC328BAA4C1}" srcOrd="1" destOrd="0" presId="urn:microsoft.com/office/officeart/2005/8/layout/orgChart1"/>
    <dgm:cxn modelId="{25275884-5793-4E9F-9186-799FA175B3E0}" type="presOf" srcId="{EE9A8A67-FFFF-4A89-837E-A8CD9190B6BD}" destId="{B73AF5CE-F8D3-443D-AD4A-512EAAE8F5B8}" srcOrd="0" destOrd="0" presId="urn:microsoft.com/office/officeart/2005/8/layout/orgChart1"/>
    <dgm:cxn modelId="{16B7F485-BB97-4A39-8B0C-716926A602CF}" type="presOf" srcId="{ADF053FE-23F2-4D84-BBF8-4EE1A89288E9}" destId="{892AE69D-3CEA-4421-AFA8-3E807BE1C67D}" srcOrd="1" destOrd="0" presId="urn:microsoft.com/office/officeart/2005/8/layout/orgChart1"/>
    <dgm:cxn modelId="{69D4218D-B46A-4603-8FB0-90EBFDFFCC09}" srcId="{F8493126-C516-47C4-9521-182FD3EA69BA}" destId="{71346E4E-9C8A-4D79-AF43-408544F1A79A}" srcOrd="1" destOrd="0" parTransId="{56409B2D-9E8B-49DB-B851-85F29A410E3E}" sibTransId="{E95EFD60-3774-4FA2-9E9B-24D3B4EB0EC2}"/>
    <dgm:cxn modelId="{3C47988E-92AF-4912-BAA7-E7AF673A2BDD}" type="presOf" srcId="{ADA15751-F482-467A-A3A8-2CE01C797D64}" destId="{29DF68C2-9156-4590-8D5F-4F36D27D7134}" srcOrd="0" destOrd="0" presId="urn:microsoft.com/office/officeart/2005/8/layout/orgChart1"/>
    <dgm:cxn modelId="{D0AE9092-3438-4649-8107-985A533A3C25}" type="presOf" srcId="{F0A3716A-0307-43EC-8D72-1E0D0F0000F3}" destId="{96A778FC-F3D5-4708-B169-54E612A01B58}" srcOrd="0" destOrd="0" presId="urn:microsoft.com/office/officeart/2005/8/layout/orgChart1"/>
    <dgm:cxn modelId="{AF958B93-2F0A-4136-8562-052991FBEF1B}" type="presOf" srcId="{EE9A8A67-FFFF-4A89-837E-A8CD9190B6BD}" destId="{1AD42E3C-F093-4D87-9A03-70EFD09F6D0E}" srcOrd="1" destOrd="0" presId="urn:microsoft.com/office/officeart/2005/8/layout/orgChart1"/>
    <dgm:cxn modelId="{2817959A-3A82-4CF2-9E24-91A72E8AD3E6}" type="presOf" srcId="{EC75DC8F-AC85-4138-A5BF-CDC32E0B0092}" destId="{0C36088C-A7BA-43BD-A04B-C27D4EB9B0DA}" srcOrd="0" destOrd="0" presId="urn:microsoft.com/office/officeart/2005/8/layout/orgChart1"/>
    <dgm:cxn modelId="{A7EA239B-CCA6-43AC-AA72-F77AE23D8E36}" type="presOf" srcId="{0045246A-02F7-4F45-A441-4F2FEAB7F005}" destId="{CA7BA418-09B1-4714-AF8D-D24EDDD22995}" srcOrd="0" destOrd="0" presId="urn:microsoft.com/office/officeart/2005/8/layout/orgChart1"/>
    <dgm:cxn modelId="{DA09E09B-1C9E-4E06-90CF-D2EF1D8049B2}" type="presOf" srcId="{783D7B75-D9C3-443D-B3A0-AE58DF611AE7}" destId="{B9DC6F5F-9C06-4947-B473-9916910017C5}" srcOrd="0" destOrd="0" presId="urn:microsoft.com/office/officeart/2005/8/layout/orgChart1"/>
    <dgm:cxn modelId="{77866E9C-43D4-48FB-89DA-1DAF329B06D1}" type="presOf" srcId="{B3D95762-2D40-49B8-91DF-D9D35365A82E}" destId="{624FEB14-53BF-4EE5-AE17-2BCCAD5B7127}" srcOrd="1" destOrd="0" presId="urn:microsoft.com/office/officeart/2005/8/layout/orgChart1"/>
    <dgm:cxn modelId="{A834879F-DACB-4B6F-A33F-8DBA53003AF9}" type="presOf" srcId="{EF9326C0-33BC-4189-8B49-A439E8A38644}" destId="{5428CE7E-CC64-470B-8578-75BBBA400C70}" srcOrd="0" destOrd="0" presId="urn:microsoft.com/office/officeart/2005/8/layout/orgChart1"/>
    <dgm:cxn modelId="{314EC5A3-CE59-4B89-8AD9-2583D228E506}" type="presOf" srcId="{0D3D81A1-C116-4F32-8ECA-BDF32FA83E10}" destId="{35E205C4-C78C-4EE0-AED5-0544016C5250}" srcOrd="0" destOrd="0" presId="urn:microsoft.com/office/officeart/2005/8/layout/orgChart1"/>
    <dgm:cxn modelId="{BD3EADB7-7D64-4D00-86EE-61046A118DB7}" type="presOf" srcId="{ADA15751-F482-467A-A3A8-2CE01C797D64}" destId="{D5F3B7E9-5AD8-4EC9-9082-7B4BEB770CA7}" srcOrd="1" destOrd="0" presId="urn:microsoft.com/office/officeart/2005/8/layout/orgChart1"/>
    <dgm:cxn modelId="{079EC5C1-7008-4AF2-9D73-D4D1379FBEE2}" srcId="{F8493126-C516-47C4-9521-182FD3EA69BA}" destId="{330046A3-0A1B-4481-8FFA-A7537A4867F9}" srcOrd="0" destOrd="0" parTransId="{2EC79248-C038-455A-BA1E-D1982A8AEF46}" sibTransId="{E7B99021-FDF5-4ED5-9CE3-7C880383E5E0}"/>
    <dgm:cxn modelId="{A4F4F7C7-93E0-4914-99A0-4DD30502F373}" srcId="{783D7B75-D9C3-443D-B3A0-AE58DF611AE7}" destId="{ADA15751-F482-467A-A3A8-2CE01C797D64}" srcOrd="0" destOrd="0" parTransId="{11785AE2-8AAD-48BF-AEF0-6A609EFD0937}" sibTransId="{DCCCFCB0-59EB-47F2-B401-DB00EA61CE8E}"/>
    <dgm:cxn modelId="{B7FF96C8-04C9-4A10-83B1-EAC5DE9F5770}" type="presOf" srcId="{330046A3-0A1B-4481-8FFA-A7537A4867F9}" destId="{4F65F647-CA8F-42D5-9D7F-CAA8DA28D121}" srcOrd="0" destOrd="0" presId="urn:microsoft.com/office/officeart/2005/8/layout/orgChart1"/>
    <dgm:cxn modelId="{6E1B8ED2-3E73-4F66-98DC-6DC0ACE951A2}" type="presOf" srcId="{1EF732BE-AC5C-4E3F-A8B6-0D6400C0F324}" destId="{66030983-B992-4602-8F02-F820E354B62E}" srcOrd="0" destOrd="0" presId="urn:microsoft.com/office/officeart/2005/8/layout/orgChart1"/>
    <dgm:cxn modelId="{0E2479DC-ACAA-421E-BCE8-8349486E3B99}" type="presOf" srcId="{AF6482BA-2F20-4FAD-BB15-3564BE11AA88}" destId="{B46CA1B6-91CC-4AF5-9E06-81C849B522DC}" srcOrd="0" destOrd="0" presId="urn:microsoft.com/office/officeart/2005/8/layout/orgChart1"/>
    <dgm:cxn modelId="{987F5BDE-2B7D-4DC4-9F9D-01B198C3AB1D}" srcId="{783D7B75-D9C3-443D-B3A0-AE58DF611AE7}" destId="{ADF053FE-23F2-4D84-BBF8-4EE1A89288E9}" srcOrd="2" destOrd="0" parTransId="{0045246A-02F7-4F45-A441-4F2FEAB7F005}" sibTransId="{DC72BF24-6136-4BB9-AC1C-201F735FE062}"/>
    <dgm:cxn modelId="{8FE950DE-EB74-4592-8338-3B799A4C0988}" type="presOf" srcId="{2EC79248-C038-455A-BA1E-D1982A8AEF46}" destId="{EA22D0C1-4455-4524-A61D-B38337E298A7}" srcOrd="0" destOrd="0" presId="urn:microsoft.com/office/officeart/2005/8/layout/orgChart1"/>
    <dgm:cxn modelId="{349398DF-0180-4162-9046-2C8A015FA88B}" type="presOf" srcId="{11785AE2-8AAD-48BF-AEF0-6A609EFD0937}" destId="{690638F1-530C-4B2D-BE06-9130FEA443FE}" srcOrd="0" destOrd="0" presId="urn:microsoft.com/office/officeart/2005/8/layout/orgChart1"/>
    <dgm:cxn modelId="{2DE810F1-16DF-438F-8B2D-8A18F589BA00}" srcId="{71346E4E-9C8A-4D79-AF43-408544F1A79A}" destId="{B3D95762-2D40-49B8-91DF-D9D35365A82E}" srcOrd="0" destOrd="0" parTransId="{429CB0D3-3B6B-4204-B4FC-1501E57D75D8}" sibTransId="{3F67681B-86DC-48CC-B5AA-268BFF8E3521}"/>
    <dgm:cxn modelId="{7AE2B249-62A9-4D68-B573-4EEB63AFF174}" type="presParOf" srcId="{66030983-B992-4602-8F02-F820E354B62E}" destId="{87C2B989-F990-4C2E-91D2-27EE4CA3993E}" srcOrd="0" destOrd="0" presId="urn:microsoft.com/office/officeart/2005/8/layout/orgChart1"/>
    <dgm:cxn modelId="{B9FD85E7-1DD1-410E-8A73-E69C2B605A6D}" type="presParOf" srcId="{87C2B989-F990-4C2E-91D2-27EE4CA3993E}" destId="{C2E22E25-3DAF-46DA-8837-B084012F4531}" srcOrd="0" destOrd="0" presId="urn:microsoft.com/office/officeart/2005/8/layout/orgChart1"/>
    <dgm:cxn modelId="{F5DEF06C-38C4-47E3-BCBA-DCD0DA790932}" type="presParOf" srcId="{C2E22E25-3DAF-46DA-8837-B084012F4531}" destId="{B9996BE2-DE3D-4B04-9A79-B244C0BDA683}" srcOrd="0" destOrd="0" presId="urn:microsoft.com/office/officeart/2005/8/layout/orgChart1"/>
    <dgm:cxn modelId="{7BC15C84-E35C-4B87-90F4-33646E5DA72E}" type="presParOf" srcId="{C2E22E25-3DAF-46DA-8837-B084012F4531}" destId="{CB8B759F-D6FF-4992-8884-00CB7F5A9FD4}" srcOrd="1" destOrd="0" presId="urn:microsoft.com/office/officeart/2005/8/layout/orgChart1"/>
    <dgm:cxn modelId="{B4DE513A-8445-4010-ADC4-4A4631639A80}" type="presParOf" srcId="{87C2B989-F990-4C2E-91D2-27EE4CA3993E}" destId="{0F006013-81B2-49AF-A105-EA0ACA02BC55}" srcOrd="1" destOrd="0" presId="urn:microsoft.com/office/officeart/2005/8/layout/orgChart1"/>
    <dgm:cxn modelId="{05E02CB7-D8D1-4423-8BBB-7E2D8817543C}" type="presParOf" srcId="{0F006013-81B2-49AF-A105-EA0ACA02BC55}" destId="{EA22D0C1-4455-4524-A61D-B38337E298A7}" srcOrd="0" destOrd="0" presId="urn:microsoft.com/office/officeart/2005/8/layout/orgChart1"/>
    <dgm:cxn modelId="{77FCE24E-16D8-4C5B-8833-7E77B219D84F}" type="presParOf" srcId="{0F006013-81B2-49AF-A105-EA0ACA02BC55}" destId="{6CB3DF1F-BA35-4715-88BC-D444C5DA0C29}" srcOrd="1" destOrd="0" presId="urn:microsoft.com/office/officeart/2005/8/layout/orgChart1"/>
    <dgm:cxn modelId="{ADBC6C1D-75DC-45B2-A47D-81946D14DA01}" type="presParOf" srcId="{6CB3DF1F-BA35-4715-88BC-D444C5DA0C29}" destId="{6EE6A4B7-C019-475D-A670-621804602210}" srcOrd="0" destOrd="0" presId="urn:microsoft.com/office/officeart/2005/8/layout/orgChart1"/>
    <dgm:cxn modelId="{0B55D729-9113-4F90-B70A-3DEDF9F7B811}" type="presParOf" srcId="{6EE6A4B7-C019-475D-A670-621804602210}" destId="{4F65F647-CA8F-42D5-9D7F-CAA8DA28D121}" srcOrd="0" destOrd="0" presId="urn:microsoft.com/office/officeart/2005/8/layout/orgChart1"/>
    <dgm:cxn modelId="{229EFB6F-CE87-4B2D-B7CA-13596D1B8F75}" type="presParOf" srcId="{6EE6A4B7-C019-475D-A670-621804602210}" destId="{71262381-8652-4A18-B5C3-49BB8CC13C1A}" srcOrd="1" destOrd="0" presId="urn:microsoft.com/office/officeart/2005/8/layout/orgChart1"/>
    <dgm:cxn modelId="{E3A8BE31-E09D-4F35-8A19-831C03136CC2}" type="presParOf" srcId="{6CB3DF1F-BA35-4715-88BC-D444C5DA0C29}" destId="{67204C21-7FA7-43AE-96FB-25BD0045518F}" srcOrd="1" destOrd="0" presId="urn:microsoft.com/office/officeart/2005/8/layout/orgChart1"/>
    <dgm:cxn modelId="{B3D99E5F-BF56-422D-8E1F-D0E1F368C777}" type="presParOf" srcId="{67204C21-7FA7-43AE-96FB-25BD0045518F}" destId="{9856BD38-C571-4E69-B4A3-DE9F1314211F}" srcOrd="0" destOrd="0" presId="urn:microsoft.com/office/officeart/2005/8/layout/orgChart1"/>
    <dgm:cxn modelId="{1380BDCA-7A88-45F7-8F1A-C082BA66E04D}" type="presParOf" srcId="{67204C21-7FA7-43AE-96FB-25BD0045518F}" destId="{1A89DDF3-EA32-417F-B6B8-8E2AEC5656FD}" srcOrd="1" destOrd="0" presId="urn:microsoft.com/office/officeart/2005/8/layout/orgChart1"/>
    <dgm:cxn modelId="{D698FC80-9180-4C1E-AAD7-E4BFDDA0A674}" type="presParOf" srcId="{1A89DDF3-EA32-417F-B6B8-8E2AEC5656FD}" destId="{42D2D674-1CF0-4038-A01A-B8114C15638B}" srcOrd="0" destOrd="0" presId="urn:microsoft.com/office/officeart/2005/8/layout/orgChart1"/>
    <dgm:cxn modelId="{9A64FB01-F155-419F-B52A-972C6BF1F16A}" type="presParOf" srcId="{42D2D674-1CF0-4038-A01A-B8114C15638B}" destId="{35E205C4-C78C-4EE0-AED5-0544016C5250}" srcOrd="0" destOrd="0" presId="urn:microsoft.com/office/officeart/2005/8/layout/orgChart1"/>
    <dgm:cxn modelId="{5E0C42CD-CA9B-4132-9042-40668577060C}" type="presParOf" srcId="{42D2D674-1CF0-4038-A01A-B8114C15638B}" destId="{1E59B14C-DEC3-45FA-A5CA-9C55BBE4A2D9}" srcOrd="1" destOrd="0" presId="urn:microsoft.com/office/officeart/2005/8/layout/orgChart1"/>
    <dgm:cxn modelId="{FC150B6A-BAE3-4216-A671-2F2575611E0D}" type="presParOf" srcId="{1A89DDF3-EA32-417F-B6B8-8E2AEC5656FD}" destId="{CA33027E-C53F-468E-96FC-AA89C5B950E8}" srcOrd="1" destOrd="0" presId="urn:microsoft.com/office/officeart/2005/8/layout/orgChart1"/>
    <dgm:cxn modelId="{6B2DF4EA-FB7C-4E50-8F45-7B24CBA9C189}" type="presParOf" srcId="{1A89DDF3-EA32-417F-B6B8-8E2AEC5656FD}" destId="{E7A02BC1-AEFA-4B58-91CD-AB2BB1520582}" srcOrd="2" destOrd="0" presId="urn:microsoft.com/office/officeart/2005/8/layout/orgChart1"/>
    <dgm:cxn modelId="{28127ACC-DD49-4CC0-9AC4-0A94A8F4CA3F}" type="presParOf" srcId="{67204C21-7FA7-43AE-96FB-25BD0045518F}" destId="{53B785F9-4A65-4E3C-AFE3-12F22AEB831D}" srcOrd="2" destOrd="0" presId="urn:microsoft.com/office/officeart/2005/8/layout/orgChart1"/>
    <dgm:cxn modelId="{47DBA0BD-CBA5-48D4-B5D1-60074B0F9556}" type="presParOf" srcId="{67204C21-7FA7-43AE-96FB-25BD0045518F}" destId="{7EA00F10-68F7-4775-B9DE-29E071CB790A}" srcOrd="3" destOrd="0" presId="urn:microsoft.com/office/officeart/2005/8/layout/orgChart1"/>
    <dgm:cxn modelId="{B982CCDE-A5EE-4DC6-8CD3-77E7427A4863}" type="presParOf" srcId="{7EA00F10-68F7-4775-B9DE-29E071CB790A}" destId="{254B3161-EF22-4BAB-A558-CD4CDCEC9C84}" srcOrd="0" destOrd="0" presId="urn:microsoft.com/office/officeart/2005/8/layout/orgChart1"/>
    <dgm:cxn modelId="{CDCBA511-2D03-4F9E-87EB-5C143BA2B307}" type="presParOf" srcId="{254B3161-EF22-4BAB-A558-CD4CDCEC9C84}" destId="{96A778FC-F3D5-4708-B169-54E612A01B58}" srcOrd="0" destOrd="0" presId="urn:microsoft.com/office/officeart/2005/8/layout/orgChart1"/>
    <dgm:cxn modelId="{11C9C89D-6C53-44AF-B6D9-D7620694F758}" type="presParOf" srcId="{254B3161-EF22-4BAB-A558-CD4CDCEC9C84}" destId="{CB1161DA-FCCC-44DD-AC10-C876B0C3609B}" srcOrd="1" destOrd="0" presId="urn:microsoft.com/office/officeart/2005/8/layout/orgChart1"/>
    <dgm:cxn modelId="{392AEDAC-8922-4011-B049-76FA39B8EBAE}" type="presParOf" srcId="{7EA00F10-68F7-4775-B9DE-29E071CB790A}" destId="{19A449A4-5883-4166-BCD5-EDB69586E746}" srcOrd="1" destOrd="0" presId="urn:microsoft.com/office/officeart/2005/8/layout/orgChart1"/>
    <dgm:cxn modelId="{012C1096-6148-4789-A54D-81368A61DA73}" type="presParOf" srcId="{7EA00F10-68F7-4775-B9DE-29E071CB790A}" destId="{BB0BF1B0-8C6A-4430-BE45-B9B8E65278F2}" srcOrd="2" destOrd="0" presId="urn:microsoft.com/office/officeart/2005/8/layout/orgChart1"/>
    <dgm:cxn modelId="{25670A52-B39D-4F05-95B7-6173AA586439}" type="presParOf" srcId="{6CB3DF1F-BA35-4715-88BC-D444C5DA0C29}" destId="{44DDAA4C-7568-4B3A-83AF-D885AC5C73B2}" srcOrd="2" destOrd="0" presId="urn:microsoft.com/office/officeart/2005/8/layout/orgChart1"/>
    <dgm:cxn modelId="{C60E9908-3703-4733-967E-FBD4C993CCBB}" type="presParOf" srcId="{0F006013-81B2-49AF-A105-EA0ACA02BC55}" destId="{59A105A7-AFF3-4A07-8387-5B47CE5A2F86}" srcOrd="2" destOrd="0" presId="urn:microsoft.com/office/officeart/2005/8/layout/orgChart1"/>
    <dgm:cxn modelId="{7F215A6C-5261-4B04-8C0B-578254DB416F}" type="presParOf" srcId="{0F006013-81B2-49AF-A105-EA0ACA02BC55}" destId="{4E5C55CF-F063-4114-92B5-9D9429357026}" srcOrd="3" destOrd="0" presId="urn:microsoft.com/office/officeart/2005/8/layout/orgChart1"/>
    <dgm:cxn modelId="{0C6D0CE1-EFE0-4564-9C58-E583499D77EF}" type="presParOf" srcId="{4E5C55CF-F063-4114-92B5-9D9429357026}" destId="{BE73249C-BC3C-4B1F-8835-5D4F1F7D346F}" srcOrd="0" destOrd="0" presId="urn:microsoft.com/office/officeart/2005/8/layout/orgChart1"/>
    <dgm:cxn modelId="{C023FE39-67CD-404D-AB1F-2ECAE2A29A20}" type="presParOf" srcId="{BE73249C-BC3C-4B1F-8835-5D4F1F7D346F}" destId="{865E0FDA-22E5-45F8-8C6F-23165C0442D7}" srcOrd="0" destOrd="0" presId="urn:microsoft.com/office/officeart/2005/8/layout/orgChart1"/>
    <dgm:cxn modelId="{9E3D2660-DB83-40E1-B1E5-51560B5FA2D7}" type="presParOf" srcId="{BE73249C-BC3C-4B1F-8835-5D4F1F7D346F}" destId="{344ED4FF-ADA5-4E07-8391-7B67EC9FC737}" srcOrd="1" destOrd="0" presId="urn:microsoft.com/office/officeart/2005/8/layout/orgChart1"/>
    <dgm:cxn modelId="{47DD1277-E830-4AE7-97C9-D09AA1136E25}" type="presParOf" srcId="{4E5C55CF-F063-4114-92B5-9D9429357026}" destId="{9E197F95-CC8F-429F-ADEE-9F5FFE70C242}" srcOrd="1" destOrd="0" presId="urn:microsoft.com/office/officeart/2005/8/layout/orgChart1"/>
    <dgm:cxn modelId="{56525DAF-8D13-474B-94B7-8411C3C891FB}" type="presParOf" srcId="{9E197F95-CC8F-429F-ADEE-9F5FFE70C242}" destId="{22687954-ABCD-4DD4-BF45-A88C2A32F2E1}" srcOrd="0" destOrd="0" presId="urn:microsoft.com/office/officeart/2005/8/layout/orgChart1"/>
    <dgm:cxn modelId="{2D673C9F-FA89-4329-B497-8DA2597B66F6}" type="presParOf" srcId="{9E197F95-CC8F-429F-ADEE-9F5FFE70C242}" destId="{E9D96ADE-9156-4EEE-A96B-27C690B8B785}" srcOrd="1" destOrd="0" presId="urn:microsoft.com/office/officeart/2005/8/layout/orgChart1"/>
    <dgm:cxn modelId="{8FAA0C56-EB47-425D-AE4B-84F2E4065884}" type="presParOf" srcId="{E9D96ADE-9156-4EEE-A96B-27C690B8B785}" destId="{9BD4DE9F-88B1-4880-BF00-4579CD15ADEF}" srcOrd="0" destOrd="0" presId="urn:microsoft.com/office/officeart/2005/8/layout/orgChart1"/>
    <dgm:cxn modelId="{9CC1BAEA-B796-40C9-BB2B-11CD1661A0FC}" type="presParOf" srcId="{9BD4DE9F-88B1-4880-BF00-4579CD15ADEF}" destId="{7DF4AFF9-1DC7-4036-98CD-F3863ED02069}" srcOrd="0" destOrd="0" presId="urn:microsoft.com/office/officeart/2005/8/layout/orgChart1"/>
    <dgm:cxn modelId="{E8599A6D-0668-4E67-84A8-2AC9784814AB}" type="presParOf" srcId="{9BD4DE9F-88B1-4880-BF00-4579CD15ADEF}" destId="{624FEB14-53BF-4EE5-AE17-2BCCAD5B7127}" srcOrd="1" destOrd="0" presId="urn:microsoft.com/office/officeart/2005/8/layout/orgChart1"/>
    <dgm:cxn modelId="{9ED3AF51-192F-4961-8CDA-DCF0BB17D841}" type="presParOf" srcId="{E9D96ADE-9156-4EEE-A96B-27C690B8B785}" destId="{6965B4BF-B1CE-4661-B7D0-A4F400DB303F}" srcOrd="1" destOrd="0" presId="urn:microsoft.com/office/officeart/2005/8/layout/orgChart1"/>
    <dgm:cxn modelId="{C3E16A76-E027-4BBB-8FD3-99EF39BEB7F3}" type="presParOf" srcId="{E9D96ADE-9156-4EEE-A96B-27C690B8B785}" destId="{E623953F-B22F-4F9F-849A-6949AAD7593B}" srcOrd="2" destOrd="0" presId="urn:microsoft.com/office/officeart/2005/8/layout/orgChart1"/>
    <dgm:cxn modelId="{F52CD304-C70B-4CE6-8320-774CEC595C54}" type="presParOf" srcId="{9E197F95-CC8F-429F-ADEE-9F5FFE70C242}" destId="{5428CE7E-CC64-470B-8578-75BBBA400C70}" srcOrd="2" destOrd="0" presId="urn:microsoft.com/office/officeart/2005/8/layout/orgChart1"/>
    <dgm:cxn modelId="{95A77008-5353-4E5B-9310-59D045E5F25B}" type="presParOf" srcId="{9E197F95-CC8F-429F-ADEE-9F5FFE70C242}" destId="{ED2AB2F5-AC4A-4444-A0D7-60F86FB1BD5E}" srcOrd="3" destOrd="0" presId="urn:microsoft.com/office/officeart/2005/8/layout/orgChart1"/>
    <dgm:cxn modelId="{760E526B-A599-4004-8D73-2426A2CDEE63}" type="presParOf" srcId="{ED2AB2F5-AC4A-4444-A0D7-60F86FB1BD5E}" destId="{AA95EF80-B960-4756-ADAE-A611E8BA6CDC}" srcOrd="0" destOrd="0" presId="urn:microsoft.com/office/officeart/2005/8/layout/orgChart1"/>
    <dgm:cxn modelId="{28BA4BDB-A9D5-4620-A903-D5AF889A7BBB}" type="presParOf" srcId="{AA95EF80-B960-4756-ADAE-A611E8BA6CDC}" destId="{B73AF5CE-F8D3-443D-AD4A-512EAAE8F5B8}" srcOrd="0" destOrd="0" presId="urn:microsoft.com/office/officeart/2005/8/layout/orgChart1"/>
    <dgm:cxn modelId="{47C68906-0CCE-4655-BEA8-8320428EA8D1}" type="presParOf" srcId="{AA95EF80-B960-4756-ADAE-A611E8BA6CDC}" destId="{1AD42E3C-F093-4D87-9A03-70EFD09F6D0E}" srcOrd="1" destOrd="0" presId="urn:microsoft.com/office/officeart/2005/8/layout/orgChart1"/>
    <dgm:cxn modelId="{F38EEA85-888A-4CE8-BC75-22EEFA238FEF}" type="presParOf" srcId="{ED2AB2F5-AC4A-4444-A0D7-60F86FB1BD5E}" destId="{863924FA-0106-46C2-91B6-C4A8AB24AA1F}" srcOrd="1" destOrd="0" presId="urn:microsoft.com/office/officeart/2005/8/layout/orgChart1"/>
    <dgm:cxn modelId="{81B57BFE-8ECD-4020-A2BE-7EE39A8CB7A5}" type="presParOf" srcId="{ED2AB2F5-AC4A-4444-A0D7-60F86FB1BD5E}" destId="{36F596F1-10F6-4060-BF8E-5EC72CCDAE1F}" srcOrd="2" destOrd="0" presId="urn:microsoft.com/office/officeart/2005/8/layout/orgChart1"/>
    <dgm:cxn modelId="{5374AB62-165D-4C03-BB45-13EB483DB4C5}" type="presParOf" srcId="{4E5C55CF-F063-4114-92B5-9D9429357026}" destId="{D37642E7-3AF1-4F09-9731-F36938BCB4AA}" srcOrd="2" destOrd="0" presId="urn:microsoft.com/office/officeart/2005/8/layout/orgChart1"/>
    <dgm:cxn modelId="{25FB5CF5-8FBB-47D4-BC6D-A14999BD845A}" type="presParOf" srcId="{0F006013-81B2-49AF-A105-EA0ACA02BC55}" destId="{0C36088C-A7BA-43BD-A04B-C27D4EB9B0DA}" srcOrd="4" destOrd="0" presId="urn:microsoft.com/office/officeart/2005/8/layout/orgChart1"/>
    <dgm:cxn modelId="{807D59E4-FD99-4A83-8BA3-CAD4CBE81BEB}" type="presParOf" srcId="{0F006013-81B2-49AF-A105-EA0ACA02BC55}" destId="{862BC620-C563-445D-8199-D26811E1A1B9}" srcOrd="5" destOrd="0" presId="urn:microsoft.com/office/officeart/2005/8/layout/orgChart1"/>
    <dgm:cxn modelId="{92CA4218-7F43-4C03-AC25-63D024B17B14}" type="presParOf" srcId="{862BC620-C563-445D-8199-D26811E1A1B9}" destId="{FDC80C5C-6502-48FC-9085-2B79B835E97E}" srcOrd="0" destOrd="0" presId="urn:microsoft.com/office/officeart/2005/8/layout/orgChart1"/>
    <dgm:cxn modelId="{BD9AFBF8-8686-4977-8889-1848654D445C}" type="presParOf" srcId="{FDC80C5C-6502-48FC-9085-2B79B835E97E}" destId="{B9DC6F5F-9C06-4947-B473-9916910017C5}" srcOrd="0" destOrd="0" presId="urn:microsoft.com/office/officeart/2005/8/layout/orgChart1"/>
    <dgm:cxn modelId="{64910976-7197-4747-B5B5-9A15450ADBAF}" type="presParOf" srcId="{FDC80C5C-6502-48FC-9085-2B79B835E97E}" destId="{616B12F8-5D29-4267-A14B-2AC328BAA4C1}" srcOrd="1" destOrd="0" presId="urn:microsoft.com/office/officeart/2005/8/layout/orgChart1"/>
    <dgm:cxn modelId="{A849472D-A626-4BBF-AB62-CD2B0F7C8621}" type="presParOf" srcId="{862BC620-C563-445D-8199-D26811E1A1B9}" destId="{7579B447-6E68-45D0-BCB3-F1025FCD4968}" srcOrd="1" destOrd="0" presId="urn:microsoft.com/office/officeart/2005/8/layout/orgChart1"/>
    <dgm:cxn modelId="{41A5CE37-44B3-4630-AB2C-1DEDCC00BE75}" type="presParOf" srcId="{7579B447-6E68-45D0-BCB3-F1025FCD4968}" destId="{690638F1-530C-4B2D-BE06-9130FEA443FE}" srcOrd="0" destOrd="0" presId="urn:microsoft.com/office/officeart/2005/8/layout/orgChart1"/>
    <dgm:cxn modelId="{860C3BEC-B621-4313-9618-A7383495AF2D}" type="presParOf" srcId="{7579B447-6E68-45D0-BCB3-F1025FCD4968}" destId="{1C919E22-679C-4897-8FBF-7569138B30AF}" srcOrd="1" destOrd="0" presId="urn:microsoft.com/office/officeart/2005/8/layout/orgChart1"/>
    <dgm:cxn modelId="{99F6490C-DFEA-4320-A8C2-7D617A3F64BD}" type="presParOf" srcId="{1C919E22-679C-4897-8FBF-7569138B30AF}" destId="{475E0FE6-A4A0-4366-8B84-ADF2972EF22F}" srcOrd="0" destOrd="0" presId="urn:microsoft.com/office/officeart/2005/8/layout/orgChart1"/>
    <dgm:cxn modelId="{0E1A3770-C4AE-4543-A209-C49F0F2D3467}" type="presParOf" srcId="{475E0FE6-A4A0-4366-8B84-ADF2972EF22F}" destId="{29DF68C2-9156-4590-8D5F-4F36D27D7134}" srcOrd="0" destOrd="0" presId="urn:microsoft.com/office/officeart/2005/8/layout/orgChart1"/>
    <dgm:cxn modelId="{125125DD-A971-4E7A-BB8A-F961BEFA13E8}" type="presParOf" srcId="{475E0FE6-A4A0-4366-8B84-ADF2972EF22F}" destId="{D5F3B7E9-5AD8-4EC9-9082-7B4BEB770CA7}" srcOrd="1" destOrd="0" presId="urn:microsoft.com/office/officeart/2005/8/layout/orgChart1"/>
    <dgm:cxn modelId="{5FF56635-EB49-469D-9F78-9638F4AF1F09}" type="presParOf" srcId="{1C919E22-679C-4897-8FBF-7569138B30AF}" destId="{7E8C2D3C-44A7-4078-B51C-BF9793F09D14}" srcOrd="1" destOrd="0" presId="urn:microsoft.com/office/officeart/2005/8/layout/orgChart1"/>
    <dgm:cxn modelId="{BF0EC5E7-92C1-4BDE-B0C6-E22C05C7120F}" type="presParOf" srcId="{1C919E22-679C-4897-8FBF-7569138B30AF}" destId="{E734F8C9-5CAB-4717-ABED-66D81B6B1E89}" srcOrd="2" destOrd="0" presId="urn:microsoft.com/office/officeart/2005/8/layout/orgChart1"/>
    <dgm:cxn modelId="{765D7F2C-758D-4600-9C9E-8B32F0AAE7F8}" type="presParOf" srcId="{7579B447-6E68-45D0-BCB3-F1025FCD4968}" destId="{B46CA1B6-91CC-4AF5-9E06-81C849B522DC}" srcOrd="2" destOrd="0" presId="urn:microsoft.com/office/officeart/2005/8/layout/orgChart1"/>
    <dgm:cxn modelId="{BD96C4C4-C19A-4519-9791-A5A44ADA4763}" type="presParOf" srcId="{7579B447-6E68-45D0-BCB3-F1025FCD4968}" destId="{403CB448-0DD4-428D-98EA-8F3DE5C911BF}" srcOrd="3" destOrd="0" presId="urn:microsoft.com/office/officeart/2005/8/layout/orgChart1"/>
    <dgm:cxn modelId="{F5B3F2F5-ACD0-4F03-A621-904A7EAF97F9}" type="presParOf" srcId="{403CB448-0DD4-428D-98EA-8F3DE5C911BF}" destId="{0CDD189B-8BEB-400A-92B0-77826CC7F739}" srcOrd="0" destOrd="0" presId="urn:microsoft.com/office/officeart/2005/8/layout/orgChart1"/>
    <dgm:cxn modelId="{348EF37C-AE1E-47AB-9481-0D3715F6B2FC}" type="presParOf" srcId="{0CDD189B-8BEB-400A-92B0-77826CC7F739}" destId="{DAE01D75-10FC-437F-A069-E842A7954B94}" srcOrd="0" destOrd="0" presId="urn:microsoft.com/office/officeart/2005/8/layout/orgChart1"/>
    <dgm:cxn modelId="{0BA6B4C5-9041-4F63-92E9-EBC1A834FF58}" type="presParOf" srcId="{0CDD189B-8BEB-400A-92B0-77826CC7F739}" destId="{B2D206DA-45EA-49A2-82B4-B996849EC9A3}" srcOrd="1" destOrd="0" presId="urn:microsoft.com/office/officeart/2005/8/layout/orgChart1"/>
    <dgm:cxn modelId="{85CB2518-FE62-46BF-BB67-257538A3CBE9}" type="presParOf" srcId="{403CB448-0DD4-428D-98EA-8F3DE5C911BF}" destId="{15512EC6-6F5D-4CE2-B58F-14C5E913ABB8}" srcOrd="1" destOrd="0" presId="urn:microsoft.com/office/officeart/2005/8/layout/orgChart1"/>
    <dgm:cxn modelId="{ED14483F-D541-44C2-8F1A-69DF1BFB50B0}" type="presParOf" srcId="{403CB448-0DD4-428D-98EA-8F3DE5C911BF}" destId="{FA0846EC-14A9-402A-9328-250FBBC484B0}" srcOrd="2" destOrd="0" presId="urn:microsoft.com/office/officeart/2005/8/layout/orgChart1"/>
    <dgm:cxn modelId="{2B2DA70F-8D80-47AB-BB66-5C56AC3F1DC0}" type="presParOf" srcId="{7579B447-6E68-45D0-BCB3-F1025FCD4968}" destId="{CA7BA418-09B1-4714-AF8D-D24EDDD22995}" srcOrd="4" destOrd="0" presId="urn:microsoft.com/office/officeart/2005/8/layout/orgChart1"/>
    <dgm:cxn modelId="{426F6BFA-EEFF-4F08-8970-F68B09B9E97A}" type="presParOf" srcId="{7579B447-6E68-45D0-BCB3-F1025FCD4968}" destId="{3B8131E6-BE66-43E3-A969-F894271F71D3}" srcOrd="5" destOrd="0" presId="urn:microsoft.com/office/officeart/2005/8/layout/orgChart1"/>
    <dgm:cxn modelId="{85036DE9-8DBB-4C91-842E-7AC0E5B78664}" type="presParOf" srcId="{3B8131E6-BE66-43E3-A969-F894271F71D3}" destId="{184FA0A5-9795-435D-9534-9583EEF799C3}" srcOrd="0" destOrd="0" presId="urn:microsoft.com/office/officeart/2005/8/layout/orgChart1"/>
    <dgm:cxn modelId="{ADE0DA4B-CB53-416B-AB9A-51E687E8C009}" type="presParOf" srcId="{184FA0A5-9795-435D-9534-9583EEF799C3}" destId="{1E66CDCF-5092-47CF-8794-AA80AEF0D5C2}" srcOrd="0" destOrd="0" presId="urn:microsoft.com/office/officeart/2005/8/layout/orgChart1"/>
    <dgm:cxn modelId="{5A3DF8CE-6295-4FDC-817C-1636B431327F}" type="presParOf" srcId="{184FA0A5-9795-435D-9534-9583EEF799C3}" destId="{892AE69D-3CEA-4421-AFA8-3E807BE1C67D}" srcOrd="1" destOrd="0" presId="urn:microsoft.com/office/officeart/2005/8/layout/orgChart1"/>
    <dgm:cxn modelId="{9534A80F-0FA7-4233-8551-D7E235DE83E3}" type="presParOf" srcId="{3B8131E6-BE66-43E3-A969-F894271F71D3}" destId="{E2C39937-F8E7-4C97-86FE-1EECEE67F47E}" srcOrd="1" destOrd="0" presId="urn:microsoft.com/office/officeart/2005/8/layout/orgChart1"/>
    <dgm:cxn modelId="{9ED70C35-B679-41BA-9E27-AFD0217C9B58}" type="presParOf" srcId="{3B8131E6-BE66-43E3-A969-F894271F71D3}" destId="{0FF4CAD2-810E-4233-99CD-153999CEBDC1}" srcOrd="2" destOrd="0" presId="urn:microsoft.com/office/officeart/2005/8/layout/orgChart1"/>
    <dgm:cxn modelId="{024AC8E7-F394-47B9-B925-767ADD5BD121}" type="presParOf" srcId="{862BC620-C563-445D-8199-D26811E1A1B9}" destId="{191D5526-514F-4F68-B8A4-B78E09104EF4}" srcOrd="2" destOrd="0" presId="urn:microsoft.com/office/officeart/2005/8/layout/orgChart1"/>
    <dgm:cxn modelId="{D418427C-1A57-42E4-9765-BDF265681975}" type="presParOf" srcId="{87C2B989-F990-4C2E-91D2-27EE4CA3993E}" destId="{2272AFFD-BE70-42D5-ABD2-480FC783F51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7BA418-09B1-4714-AF8D-D24EDDD22995}">
      <dsp:nvSpPr>
        <dsp:cNvPr id="0" name=""/>
        <dsp:cNvSpPr/>
      </dsp:nvSpPr>
      <dsp:spPr>
        <a:xfrm>
          <a:off x="5386253" y="1228262"/>
          <a:ext cx="152248" cy="19081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8175"/>
              </a:lnTo>
              <a:lnTo>
                <a:pt x="152248" y="1908175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6CA1B6-91CC-4AF5-9E06-81C849B522DC}">
      <dsp:nvSpPr>
        <dsp:cNvPr id="0" name=""/>
        <dsp:cNvSpPr/>
      </dsp:nvSpPr>
      <dsp:spPr>
        <a:xfrm>
          <a:off x="5386253" y="1228262"/>
          <a:ext cx="152248" cy="11875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7535"/>
              </a:lnTo>
              <a:lnTo>
                <a:pt x="152248" y="1187535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0638F1-530C-4B2D-BE06-9130FEA443FE}">
      <dsp:nvSpPr>
        <dsp:cNvPr id="0" name=""/>
        <dsp:cNvSpPr/>
      </dsp:nvSpPr>
      <dsp:spPr>
        <a:xfrm>
          <a:off x="5386253" y="1228262"/>
          <a:ext cx="152248" cy="46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894"/>
              </a:lnTo>
              <a:lnTo>
                <a:pt x="152248" y="466894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36088C-A7BA-43BD-A04B-C27D4EB9B0DA}">
      <dsp:nvSpPr>
        <dsp:cNvPr id="0" name=""/>
        <dsp:cNvSpPr/>
      </dsp:nvSpPr>
      <dsp:spPr>
        <a:xfrm>
          <a:off x="4564114" y="507621"/>
          <a:ext cx="1228134" cy="2131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573"/>
              </a:lnTo>
              <a:lnTo>
                <a:pt x="1228134" y="106573"/>
              </a:lnTo>
              <a:lnTo>
                <a:pt x="1228134" y="213147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28CE7E-CC64-470B-8578-75BBBA400C70}">
      <dsp:nvSpPr>
        <dsp:cNvPr id="0" name=""/>
        <dsp:cNvSpPr/>
      </dsp:nvSpPr>
      <dsp:spPr>
        <a:xfrm>
          <a:off x="4158119" y="1228262"/>
          <a:ext cx="152248" cy="11875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7535"/>
              </a:lnTo>
              <a:lnTo>
                <a:pt x="152248" y="1187535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687954-ABCD-4DD4-BF45-A88C2A32F2E1}">
      <dsp:nvSpPr>
        <dsp:cNvPr id="0" name=""/>
        <dsp:cNvSpPr/>
      </dsp:nvSpPr>
      <dsp:spPr>
        <a:xfrm>
          <a:off x="4158119" y="1228262"/>
          <a:ext cx="152248" cy="46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894"/>
              </a:lnTo>
              <a:lnTo>
                <a:pt x="152248" y="466894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A105A7-AFF3-4A07-8387-5B47CE5A2F86}">
      <dsp:nvSpPr>
        <dsp:cNvPr id="0" name=""/>
        <dsp:cNvSpPr/>
      </dsp:nvSpPr>
      <dsp:spPr>
        <a:xfrm>
          <a:off x="4518394" y="507621"/>
          <a:ext cx="91440" cy="21314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3147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B785F9-4A65-4E3C-AFE3-12F22AEB831D}">
      <dsp:nvSpPr>
        <dsp:cNvPr id="0" name=""/>
        <dsp:cNvSpPr/>
      </dsp:nvSpPr>
      <dsp:spPr>
        <a:xfrm>
          <a:off x="2929984" y="1228262"/>
          <a:ext cx="152248" cy="11875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7535"/>
              </a:lnTo>
              <a:lnTo>
                <a:pt x="152248" y="1187535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6BD38-C571-4E69-B4A3-DE9F1314211F}">
      <dsp:nvSpPr>
        <dsp:cNvPr id="0" name=""/>
        <dsp:cNvSpPr/>
      </dsp:nvSpPr>
      <dsp:spPr>
        <a:xfrm>
          <a:off x="2929984" y="1228262"/>
          <a:ext cx="152248" cy="46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894"/>
              </a:lnTo>
              <a:lnTo>
                <a:pt x="152248" y="466894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22D0C1-4455-4524-A61D-B38337E298A7}">
      <dsp:nvSpPr>
        <dsp:cNvPr id="0" name=""/>
        <dsp:cNvSpPr/>
      </dsp:nvSpPr>
      <dsp:spPr>
        <a:xfrm>
          <a:off x="3335979" y="507621"/>
          <a:ext cx="1228134" cy="213147"/>
        </a:xfrm>
        <a:custGeom>
          <a:avLst/>
          <a:gdLst/>
          <a:ahLst/>
          <a:cxnLst/>
          <a:rect l="0" t="0" r="0" b="0"/>
          <a:pathLst>
            <a:path>
              <a:moveTo>
                <a:pt x="1228134" y="0"/>
              </a:moveTo>
              <a:lnTo>
                <a:pt x="1228134" y="106573"/>
              </a:lnTo>
              <a:lnTo>
                <a:pt x="0" y="106573"/>
              </a:lnTo>
              <a:lnTo>
                <a:pt x="0" y="213147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996BE2-DE3D-4B04-9A79-B244C0BDA683}">
      <dsp:nvSpPr>
        <dsp:cNvPr id="0" name=""/>
        <dsp:cNvSpPr/>
      </dsp:nvSpPr>
      <dsp:spPr>
        <a:xfrm>
          <a:off x="4056620" y="128"/>
          <a:ext cx="1014987" cy="5074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President</a:t>
          </a:r>
          <a:endParaRPr lang="en-PK" sz="1700" kern="1200" dirty="0"/>
        </a:p>
      </dsp:txBody>
      <dsp:txXfrm>
        <a:off x="4056620" y="128"/>
        <a:ext cx="1014987" cy="507493"/>
      </dsp:txXfrm>
    </dsp:sp>
    <dsp:sp modelId="{4F65F647-CA8F-42D5-9D7F-CAA8DA28D121}">
      <dsp:nvSpPr>
        <dsp:cNvPr id="0" name=""/>
        <dsp:cNvSpPr/>
      </dsp:nvSpPr>
      <dsp:spPr>
        <a:xfrm>
          <a:off x="2828485" y="720769"/>
          <a:ext cx="1014987" cy="5074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VP-Sales</a:t>
          </a:r>
          <a:endParaRPr lang="en-PK" sz="1700" kern="1200" dirty="0"/>
        </a:p>
      </dsp:txBody>
      <dsp:txXfrm>
        <a:off x="2828485" y="720769"/>
        <a:ext cx="1014987" cy="507493"/>
      </dsp:txXfrm>
    </dsp:sp>
    <dsp:sp modelId="{35E205C4-C78C-4EE0-AED5-0544016C5250}">
      <dsp:nvSpPr>
        <dsp:cNvPr id="0" name=""/>
        <dsp:cNvSpPr/>
      </dsp:nvSpPr>
      <dsp:spPr>
        <a:xfrm>
          <a:off x="3082232" y="1441410"/>
          <a:ext cx="1014987" cy="507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Underling 1</a:t>
          </a:r>
          <a:endParaRPr lang="en-PK" sz="1700" kern="1200" dirty="0"/>
        </a:p>
      </dsp:txBody>
      <dsp:txXfrm>
        <a:off x="3082232" y="1441410"/>
        <a:ext cx="1014987" cy="507493"/>
      </dsp:txXfrm>
    </dsp:sp>
    <dsp:sp modelId="{96A778FC-F3D5-4708-B169-54E612A01B58}">
      <dsp:nvSpPr>
        <dsp:cNvPr id="0" name=""/>
        <dsp:cNvSpPr/>
      </dsp:nvSpPr>
      <dsp:spPr>
        <a:xfrm>
          <a:off x="3082232" y="2162051"/>
          <a:ext cx="1014987" cy="507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Underling 2</a:t>
          </a:r>
          <a:endParaRPr lang="en-PK" sz="1700" kern="1200" dirty="0"/>
        </a:p>
      </dsp:txBody>
      <dsp:txXfrm>
        <a:off x="3082232" y="2162051"/>
        <a:ext cx="1014987" cy="507493"/>
      </dsp:txXfrm>
    </dsp:sp>
    <dsp:sp modelId="{865E0FDA-22E5-45F8-8C6F-23165C0442D7}">
      <dsp:nvSpPr>
        <dsp:cNvPr id="0" name=""/>
        <dsp:cNvSpPr/>
      </dsp:nvSpPr>
      <dsp:spPr>
        <a:xfrm>
          <a:off x="4056620" y="720769"/>
          <a:ext cx="1014987" cy="5074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VP Marketing</a:t>
          </a:r>
          <a:endParaRPr lang="en-PK" sz="1700" kern="1200" dirty="0"/>
        </a:p>
      </dsp:txBody>
      <dsp:txXfrm>
        <a:off x="4056620" y="720769"/>
        <a:ext cx="1014987" cy="507493"/>
      </dsp:txXfrm>
    </dsp:sp>
    <dsp:sp modelId="{7DF4AFF9-1DC7-4036-98CD-F3863ED02069}">
      <dsp:nvSpPr>
        <dsp:cNvPr id="0" name=""/>
        <dsp:cNvSpPr/>
      </dsp:nvSpPr>
      <dsp:spPr>
        <a:xfrm>
          <a:off x="4310367" y="1441410"/>
          <a:ext cx="1014987" cy="507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Minion 1</a:t>
          </a:r>
          <a:endParaRPr lang="en-PK" sz="1700" kern="1200" dirty="0"/>
        </a:p>
      </dsp:txBody>
      <dsp:txXfrm>
        <a:off x="4310367" y="1441410"/>
        <a:ext cx="1014987" cy="507493"/>
      </dsp:txXfrm>
    </dsp:sp>
    <dsp:sp modelId="{B73AF5CE-F8D3-443D-AD4A-512EAAE8F5B8}">
      <dsp:nvSpPr>
        <dsp:cNvPr id="0" name=""/>
        <dsp:cNvSpPr/>
      </dsp:nvSpPr>
      <dsp:spPr>
        <a:xfrm>
          <a:off x="4310367" y="2162051"/>
          <a:ext cx="1014987" cy="507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Minion 2</a:t>
          </a:r>
          <a:endParaRPr lang="en-PK" sz="1700" kern="1200" dirty="0"/>
        </a:p>
      </dsp:txBody>
      <dsp:txXfrm>
        <a:off x="4310367" y="2162051"/>
        <a:ext cx="1014987" cy="507493"/>
      </dsp:txXfrm>
    </dsp:sp>
    <dsp:sp modelId="{B9DC6F5F-9C06-4947-B473-9916910017C5}">
      <dsp:nvSpPr>
        <dsp:cNvPr id="0" name=""/>
        <dsp:cNvSpPr/>
      </dsp:nvSpPr>
      <dsp:spPr>
        <a:xfrm>
          <a:off x="5284755" y="720769"/>
          <a:ext cx="1014987" cy="5074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VP-Accounting</a:t>
          </a:r>
          <a:endParaRPr lang="en-PK" sz="1700" kern="1200" dirty="0"/>
        </a:p>
      </dsp:txBody>
      <dsp:txXfrm>
        <a:off x="5284755" y="720769"/>
        <a:ext cx="1014987" cy="507493"/>
      </dsp:txXfrm>
    </dsp:sp>
    <dsp:sp modelId="{29DF68C2-9156-4590-8D5F-4F36D27D7134}">
      <dsp:nvSpPr>
        <dsp:cNvPr id="0" name=""/>
        <dsp:cNvSpPr/>
      </dsp:nvSpPr>
      <dsp:spPr>
        <a:xfrm>
          <a:off x="5538501" y="1441410"/>
          <a:ext cx="1014987" cy="507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Assistant 1</a:t>
          </a:r>
          <a:endParaRPr lang="en-PK" sz="1700" kern="1200" dirty="0"/>
        </a:p>
      </dsp:txBody>
      <dsp:txXfrm>
        <a:off x="5538501" y="1441410"/>
        <a:ext cx="1014987" cy="507493"/>
      </dsp:txXfrm>
    </dsp:sp>
    <dsp:sp modelId="{DAE01D75-10FC-437F-A069-E842A7954B94}">
      <dsp:nvSpPr>
        <dsp:cNvPr id="0" name=""/>
        <dsp:cNvSpPr/>
      </dsp:nvSpPr>
      <dsp:spPr>
        <a:xfrm>
          <a:off x="5538501" y="2162051"/>
          <a:ext cx="1014987" cy="507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Assistant 2</a:t>
          </a:r>
          <a:endParaRPr lang="en-PK" sz="1700" kern="1200" dirty="0"/>
        </a:p>
      </dsp:txBody>
      <dsp:txXfrm>
        <a:off x="5538501" y="2162051"/>
        <a:ext cx="1014987" cy="507493"/>
      </dsp:txXfrm>
    </dsp:sp>
    <dsp:sp modelId="{1E66CDCF-5092-47CF-8794-AA80AEF0D5C2}">
      <dsp:nvSpPr>
        <dsp:cNvPr id="0" name=""/>
        <dsp:cNvSpPr/>
      </dsp:nvSpPr>
      <dsp:spPr>
        <a:xfrm>
          <a:off x="5538501" y="2882692"/>
          <a:ext cx="1014987" cy="507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Assistant 3</a:t>
          </a:r>
          <a:endParaRPr lang="en-PK" sz="1700" kern="1200" dirty="0"/>
        </a:p>
      </dsp:txBody>
      <dsp:txXfrm>
        <a:off x="5538501" y="2882692"/>
        <a:ext cx="1014987" cy="5074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9883C-F368-4478-8749-4FF81537BAD6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A95CD-7FB9-4448-A9E4-4271DF5D4AA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5551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Quick greeting and one-line context: </a:t>
            </a:r>
          </a:p>
          <a:p>
            <a:r>
              <a:rPr lang="en-US" dirty="0"/>
              <a:t>"Today I’ll show how PowerPoint’s features support ICT teaching and communication."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A95CD-7FB9-4448-A9E4-4271DF5D4AAC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9811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87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2677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034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72426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04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012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6182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840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516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64081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944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407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36871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985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894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556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996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BB99603-6D45-4BA3-A224-B8671719597D}" type="datetimeFigureOut">
              <a:rPr lang="en-PK" smtClean="0"/>
              <a:t>01/10/2025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02BFB30-DB05-4DAB-B8B1-75A7DB2260E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2532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5C81D-3C2B-495B-92C2-E801A6D9B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b="1" u="sng" dirty="0"/>
              <a:t>Features of MS PowerPoint in ICT</a:t>
            </a:r>
            <a:endParaRPr lang="en-PK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7467F0-6B05-425C-87ED-4B0EC98B85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u="sng" dirty="0"/>
              <a:t>How PowerPoint helps communication &amp; learning</a:t>
            </a:r>
          </a:p>
          <a:p>
            <a:r>
              <a:rPr lang="en-US" sz="1800" dirty="0"/>
              <a:t> Name: </a:t>
            </a:r>
            <a:r>
              <a:rPr lang="en-US" sz="1800" dirty="0" err="1"/>
              <a:t>Wajiha</a:t>
            </a:r>
            <a:r>
              <a:rPr lang="en-US" sz="1800" dirty="0"/>
              <a:t> Nazir</a:t>
            </a:r>
          </a:p>
          <a:p>
            <a:r>
              <a:rPr lang="en-US" sz="1800" dirty="0"/>
              <a:t>Course: Information and communication Technology</a:t>
            </a:r>
          </a:p>
          <a:p>
            <a:r>
              <a:rPr lang="en-US" sz="1800" dirty="0"/>
              <a:t>Date: 1/10/2025</a:t>
            </a:r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216034049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C490C-76A9-414B-A656-B164F3C95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PK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AAD888-AC80-4BEC-816A-2479D0F2F6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7941" y="2356764"/>
            <a:ext cx="5006925" cy="3699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Introduction to ICT &amp; presentation context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Core PowerPoint features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SmartArt demo (process)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Animations &amp; transitions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Multimedia &amp; accessibility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Conclusion + Q/A</a:t>
            </a:r>
          </a:p>
        </p:txBody>
      </p:sp>
    </p:spTree>
    <p:extLst>
      <p:ext uri="{BB962C8B-B14F-4D97-AF65-F5344CB8AC3E}">
        <p14:creationId xmlns:p14="http://schemas.microsoft.com/office/powerpoint/2010/main" val="906355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0DE1-38FC-4295-9994-701624A9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b="1" u="sng" dirty="0"/>
              <a:t>Introduction to ICT</a:t>
            </a:r>
            <a:endParaRPr lang="en-PK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8B89A9-6F12-4F82-9979-23D8A45A15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1824" y="2705023"/>
            <a:ext cx="672318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ICT stands for Information and Communication Technology. It includes the tools, systems, and devices that allow people to create, store, and share information.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Education: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ICT makes learning more interactive by using tools like</a:t>
            </a:r>
            <a:r>
              <a:rPr kumimoji="0" lang="en-US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presentations, e-learning platforms, and simulations.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Business: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Companies use ICT to improve communication (emails, video conferencing), manage data, and automate processes.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Daily Life: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From smartphones to social media, ICT connects people worldwide and makes access to information easier.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720773-1285-4620-BF73-2EA958D4A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163" y="2576400"/>
            <a:ext cx="3525762" cy="29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859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70BAD-F887-43BD-9345-AE93D88A1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What is MS PowerPoint?</a:t>
            </a:r>
            <a:endParaRPr lang="en-PK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7DE5BF-62C6-48B6-B0E5-446F9B8182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44042" y="2627142"/>
            <a:ext cx="77501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Slide-based presentation software for communication &amp; teaching.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themes, multimedia, interactivity, and exports.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E7E51B-838C-477C-9109-4ADA1ABC1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859" y="3273473"/>
            <a:ext cx="4768141" cy="29612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125703-79BC-4216-83C1-3F13866CE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471" y="3193021"/>
            <a:ext cx="4897682" cy="30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228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0C094-4938-480B-9C89-243FEE5E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b="1" u="sng" dirty="0"/>
              <a:t>Key features</a:t>
            </a:r>
            <a:endParaRPr lang="en-PK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D720A0-0593-4BEE-AB42-5489D1DD6E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2" y="2895993"/>
            <a:ext cx="382523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Left column: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Slide Master, Themes &amp; Templates, Layouts, Slide Sorter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Right column: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SmartArt &amp; Charts, Transitions &amp; Animations, Multimedia, Presenter View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Speaker notes: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One sentence on why each matters.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Design action: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Use icons (Insert &gt; Icons) above each short label.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EF1AC2-BFBA-48B3-9AEF-AF30A23AA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516" y="2576336"/>
            <a:ext cx="5848018" cy="329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01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83EC-B7DF-4948-8F20-5D6AB4777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SmartArt demo: Presentation Process</a:t>
            </a:r>
            <a:endParaRPr lang="en-PK" b="1" u="sng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D9F6F53-79B8-4376-80AB-27A138B5C0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726442"/>
              </p:ext>
            </p:extLst>
          </p:nvPr>
        </p:nvGraphicFramePr>
        <p:xfrm>
          <a:off x="3693356" y="2485554"/>
          <a:ext cx="9381975" cy="3390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863EC66-7A0A-434E-A609-2A89B7664939}"/>
              </a:ext>
            </a:extLst>
          </p:cNvPr>
          <p:cNvSpPr txBox="1"/>
          <p:nvPr/>
        </p:nvSpPr>
        <p:spPr>
          <a:xfrm>
            <a:off x="1520485" y="2810931"/>
            <a:ext cx="4345743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What to put: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SmartArt showing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Planning → Designing → Animating → Presenting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PowerPoint steps: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Insert &gt; SmartArt &gt; Process &gt; Basic Process. Add text. Animate one by one.</a:t>
            </a:r>
            <a:endParaRPr lang="en-PK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275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4018-F285-409E-A4BD-DCD41ACE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Animations &amp; Transitions</a:t>
            </a:r>
            <a:endParaRPr lang="en-PK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55DBCD-0EFA-4953-B45F-797F549C01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7068" y="2624539"/>
            <a:ext cx="5316414" cy="2957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Animations make presentations dynamic and emphasize important points.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Transitions create smooth changes between slides.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Examples: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Fade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for simple entry,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Grow/Shrink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 highlight,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Fly Out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for exit effects.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Transitions like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Fade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kumimoji="0" lang="en-PK" altLang="en-P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Morph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improve flow and keep audience engaged.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FC9AB9-9FFF-47D6-9C5B-2A7813298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343" y="2624539"/>
            <a:ext cx="4852472" cy="342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516269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52D2D-E4F0-41CD-AEE8-76398516C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b="1" u="sng" dirty="0"/>
              <a:t>Multimedia</a:t>
            </a:r>
            <a:endParaRPr lang="en-PK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8B2079-9832-46FA-BE7C-FF285035E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3709" y="2684466"/>
            <a:ext cx="5639971" cy="337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Multimedia improves engagement by combining visuals, sound, and motion.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PowerPoint supports videos, audio narrations, and even screen recordings.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 uses: showing a tutorial video, embedding a company introduction, or adding background narration.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Steps: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Insert &gt; Video or Insert &gt; Audio &gt; Record. Compress media to save space.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C16D28-5D4C-4D97-85DA-247ED52CA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252" y="2621901"/>
            <a:ext cx="3390314" cy="343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71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13575-0CBC-4285-9A8E-AD6A4146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b="1" u="sng" dirty="0"/>
              <a:t>Design principles</a:t>
            </a:r>
            <a:endParaRPr lang="en-PK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503E03-BE02-4AC4-BCA1-8A18E0E215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9304" y="2406378"/>
            <a:ext cx="5344550" cy="3788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Fonts: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Use simple, professional fonts like Calibri or Arial. Title text 36–44pt, body text 20–28pt.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Contrast: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Dark text on light background or vice versa for readability.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Text rules: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Use the 6×6 rule (≤ 6 lines per slide, ≤ 6 words per line).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Visuals: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Support points with icons, charts, or images.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White space: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Don’t overcrowd slides; leave space for clarity.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FA0EA-6CA1-412C-8E36-0EAA9A124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854" y="2634187"/>
            <a:ext cx="5128842" cy="333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0479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QP_vhCbL2wZx4FdTBwTDWmz8O-dm9AUfIk9LjdFFBdOOCtILJLF_B2tE8wjY68k2Yn0oGD5BTsWskNyjXL8Ss0t">
            <a:hlinkClick r:id="" action="ppaction://media"/>
            <a:extLst>
              <a:ext uri="{FF2B5EF4-FFF2-40B4-BE49-F238E27FC236}">
                <a16:creationId xmlns:a16="http://schemas.microsoft.com/office/drawing/2014/main" id="{778D0421-BDE7-46D9-A8AC-1F4433745C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64566" y="858129"/>
            <a:ext cx="9861452" cy="506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9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18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F2DD-6DE4-476F-93EB-E40DE63A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b="1" u="sng" dirty="0"/>
              <a:t>Conclusion</a:t>
            </a:r>
            <a:endParaRPr lang="en-PK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1A8452-E39A-440F-8F4F-07661F0CDC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2" y="3157260"/>
            <a:ext cx="3810914" cy="212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PowerPoint improves clarity.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Supports multimedia and visuals.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Enables interactivity.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Encourages effective ICT-based communication.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1FC746-C082-4D7B-AEA2-ABA726ADF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33" y="2654783"/>
            <a:ext cx="5862609" cy="313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308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69</TotalTime>
  <Words>511</Words>
  <Application>Microsoft Office PowerPoint</Application>
  <PresentationFormat>Widescreen</PresentationFormat>
  <Paragraphs>63</Paragraphs>
  <Slides>11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Garamond</vt:lpstr>
      <vt:lpstr>Times New Roman</vt:lpstr>
      <vt:lpstr>Organic</vt:lpstr>
      <vt:lpstr>Features of MS PowerPoint in ICT</vt:lpstr>
      <vt:lpstr>Agenda</vt:lpstr>
      <vt:lpstr>Introduction to ICT</vt:lpstr>
      <vt:lpstr>What is MS PowerPoint?</vt:lpstr>
      <vt:lpstr>Key features</vt:lpstr>
      <vt:lpstr>SmartArt demo: Presentation Process</vt:lpstr>
      <vt:lpstr>Animations &amp; Transitions</vt:lpstr>
      <vt:lpstr>Multimedia</vt:lpstr>
      <vt:lpstr>Design principles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Features of MS PowerPoint in ICT</dc:title>
  <dc:creator>ALI</dc:creator>
  <cp:lastModifiedBy>ALI</cp:lastModifiedBy>
  <cp:revision>7</cp:revision>
  <dcterms:created xsi:type="dcterms:W3CDTF">2025-10-01T15:32:33Z</dcterms:created>
  <dcterms:modified xsi:type="dcterms:W3CDTF">2025-10-01T16:42:00Z</dcterms:modified>
</cp:coreProperties>
</file>