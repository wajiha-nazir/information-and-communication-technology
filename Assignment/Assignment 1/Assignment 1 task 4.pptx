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jpg" ContentType="image/jpe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66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459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8309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1283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4793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77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090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781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902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5894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175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7883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667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Role of AI in Healthcare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Smarter Diagnosis and Treatment</a:t>
            </a:r>
          </a:p>
          <a:p>
            <a:r>
              <a:rPr dirty="0"/>
              <a:t>By: </a:t>
            </a:r>
            <a:r>
              <a:rPr lang="en-US" dirty="0"/>
              <a:t>Wajiha Nazir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Introduction</a:t>
            </a:r>
          </a:p>
          <a:p>
            <a:r>
              <a:rPr dirty="0"/>
              <a:t>Applications of AI</a:t>
            </a:r>
          </a:p>
          <a:p>
            <a:r>
              <a:rPr dirty="0"/>
              <a:t>Benefits</a:t>
            </a:r>
          </a:p>
          <a:p>
            <a:r>
              <a:rPr dirty="0"/>
              <a:t>Challenges</a:t>
            </a:r>
          </a:p>
          <a:p>
            <a:r>
              <a:rPr dirty="0"/>
              <a:t>Interactive Quiz</a:t>
            </a:r>
          </a:p>
          <a:p>
            <a:r>
              <a:rPr dirty="0"/>
              <a:t>Scenario-Based Navigation</a:t>
            </a:r>
          </a:p>
          <a:p>
            <a:r>
              <a:rPr dirty="0"/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uses algorithms and machine learning to simulate human intelligence.</a:t>
            </a:r>
          </a:p>
          <a:p>
            <a:r>
              <a:t>In healthcare, AI supports doctors in diagnosis, treatment, and patient monitoring.</a:t>
            </a:r>
          </a:p>
          <a:p>
            <a:r>
              <a:t>Example: AI can analyze medical scans faster than humans.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Applications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362" y="2033854"/>
            <a:ext cx="4507143" cy="3450613"/>
          </a:xfrm>
        </p:spPr>
        <p:txBody>
          <a:bodyPr/>
          <a:lstStyle/>
          <a:p>
            <a:r>
              <a:rPr dirty="0"/>
              <a:t>Diagnostics: Analyzing X-rays, MRIs, CT scans.</a:t>
            </a:r>
          </a:p>
          <a:p>
            <a:r>
              <a:rPr dirty="0"/>
              <a:t>Predictive Analytics: Forecasting risks.</a:t>
            </a:r>
          </a:p>
          <a:p>
            <a:r>
              <a:rPr dirty="0"/>
              <a:t>Robotic Surgery: Enhances precision.</a:t>
            </a:r>
          </a:p>
          <a:p>
            <a:r>
              <a:rPr dirty="0"/>
              <a:t>Virtual Assistants: Provide reminders and monitor symptoms.</a:t>
            </a:r>
          </a:p>
        </p:txBody>
      </p:sp>
      <p:pic>
        <p:nvPicPr>
          <p:cNvPr id="7" name="Picture 6" descr="Image of a surgeon operating a robotic surgical system, where robotic arms perform a precise procedure while the doctor controls them from a console.">
            <a:extLst>
              <a:ext uri="{FF2B5EF4-FFF2-40B4-BE49-F238E27FC236}">
                <a16:creationId xmlns:a16="http://schemas.microsoft.com/office/drawing/2014/main" id="{05E5E71D-A911-4A7F-8B42-7F4075216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1113" y="2033854"/>
            <a:ext cx="3147525" cy="29703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Benefits of AI in Healthcare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Reduces medical errors.</a:t>
            </a:r>
          </a:p>
          <a:p>
            <a:r>
              <a:rPr dirty="0"/>
              <a:t>Personalized treatment plans.</a:t>
            </a:r>
          </a:p>
          <a:p>
            <a:r>
              <a:rPr dirty="0"/>
              <a:t>Remote monitoring for chronic patients.</a:t>
            </a:r>
          </a:p>
          <a:p>
            <a:r>
              <a:rPr dirty="0"/>
              <a:t>Reduces healthcare costs.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Challenges &amp; Ethical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Patient data privacy risks.</a:t>
            </a:r>
          </a:p>
          <a:p>
            <a:r>
              <a:rPr dirty="0"/>
              <a:t>Bias in AI algorithms.</a:t>
            </a:r>
          </a:p>
          <a:p>
            <a:r>
              <a:rPr dirty="0"/>
              <a:t>High costs.</a:t>
            </a:r>
          </a:p>
          <a:p>
            <a:r>
              <a:rPr dirty="0"/>
              <a:t>Over-reliance on technology.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Interactive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Question: Which of these is NOT an AI application in healthcare?</a:t>
            </a:r>
          </a:p>
          <a:p>
            <a:r>
              <a:t>A. Diagnosing cancer</a:t>
            </a:r>
          </a:p>
          <a:p>
            <a:r>
              <a:t>B. Robotic surgery</a:t>
            </a:r>
          </a:p>
          <a:p>
            <a:r>
              <a:t>C. Making vaccines</a:t>
            </a:r>
          </a:p>
          <a:p>
            <a:r>
              <a:t>D. Predicting diseases</a:t>
            </a:r>
          </a:p>
          <a:p>
            <a:endParaRPr/>
          </a:p>
          <a:p>
            <a:r>
              <a:t>Click an option to check your answer.</a:t>
            </a:r>
          </a:p>
        </p:txBody>
      </p:sp>
      <p:sp>
        <p:nvSpPr>
          <p:cNvPr id="4" name="Rectangle 3">
            <a:hlinkClick r:id="rId2" action="ppaction://hlinksldjump">
              <a:snd r:embed="rId3" name="hammer.wav"/>
            </a:hlinkClick>
          </p:cNvPr>
          <p:cNvSpPr/>
          <p:nvPr/>
        </p:nvSpPr>
        <p:spPr>
          <a:xfrm>
            <a:off x="1561515" y="4455606"/>
            <a:ext cx="991772" cy="54864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b="1" dirty="0">
                <a:solidFill>
                  <a:srgbClr val="FFFFFF"/>
                </a:solidFill>
              </a:rPr>
              <a:t>Option A</a:t>
            </a:r>
          </a:p>
        </p:txBody>
      </p:sp>
      <p:sp>
        <p:nvSpPr>
          <p:cNvPr id="5" name="Rectangle 4">
            <a:hlinkClick r:id="rId2" action="ppaction://hlinksldjump">
              <a:snd r:embed="rId3" name="hammer.wav"/>
            </a:hlinkClick>
          </p:cNvPr>
          <p:cNvSpPr/>
          <p:nvPr/>
        </p:nvSpPr>
        <p:spPr>
          <a:xfrm>
            <a:off x="3115995" y="4455606"/>
            <a:ext cx="991772" cy="54864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b="1" dirty="0">
                <a:solidFill>
                  <a:srgbClr val="FFFFFF"/>
                </a:solidFill>
              </a:rPr>
              <a:t>Option B</a:t>
            </a:r>
          </a:p>
        </p:txBody>
      </p:sp>
      <p:sp>
        <p:nvSpPr>
          <p:cNvPr id="6" name="Rectangle 5">
            <a:hlinkClick r:id="" action="ppaction://hlinkshowjump?jump=nextslide"/>
          </p:cNvPr>
          <p:cNvSpPr/>
          <p:nvPr/>
        </p:nvSpPr>
        <p:spPr>
          <a:xfrm>
            <a:off x="4670475" y="4455606"/>
            <a:ext cx="991772" cy="54864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b="1">
                <a:solidFill>
                  <a:srgbClr val="FFFFFF"/>
                </a:solidFill>
              </a:rPr>
              <a:t>Option C</a:t>
            </a:r>
          </a:p>
        </p:txBody>
      </p:sp>
      <p:sp>
        <p:nvSpPr>
          <p:cNvPr id="7" name="Rectangle 6">
            <a:hlinkClick r:id="rId2" action="ppaction://hlinksldjump">
              <a:snd r:embed="rId3" name="hammer.wav"/>
            </a:hlinkClick>
          </p:cNvPr>
          <p:cNvSpPr/>
          <p:nvPr/>
        </p:nvSpPr>
        <p:spPr>
          <a:xfrm>
            <a:off x="6224955" y="4455606"/>
            <a:ext cx="991772" cy="54864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b="1">
                <a:solidFill>
                  <a:srgbClr val="FFFFFF"/>
                </a:solidFill>
              </a:rPr>
              <a:t>Option 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Correct 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✅ Correct! Making vaccines is not directly an AI function.</a:t>
            </a:r>
          </a:p>
          <a:p>
            <a:r>
              <a:rPr dirty="0"/>
              <a:t>AI supports research, but vaccine design is mainly biotechnology.</a:t>
            </a:r>
          </a:p>
        </p:txBody>
      </p:sp>
      <p:sp>
        <p:nvSpPr>
          <p:cNvPr id="4" name="Rectangle 3">
            <a:hlinkClick r:id="" action="ppaction://hlinkshowjump?jump=previousslide"/>
          </p:cNvPr>
          <p:cNvSpPr/>
          <p:nvPr/>
        </p:nvSpPr>
        <p:spPr>
          <a:xfrm>
            <a:off x="1603717" y="3474720"/>
            <a:ext cx="2286000" cy="73152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b="1">
                <a:solidFill>
                  <a:srgbClr val="FFFFFF"/>
                </a:solidFill>
              </a:rPr>
              <a:t>Return to Quiz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Try Again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❌ That’s not correct.</a:t>
            </a:r>
          </a:p>
          <a:p>
            <a:r>
              <a:t>Please go back and try again.</a:t>
            </a:r>
          </a:p>
        </p:txBody>
      </p:sp>
      <p:sp>
        <p:nvSpPr>
          <p:cNvPr id="4" name="Rectangle 3">
            <a:hlinkClick r:id="rId2" action="ppaction://hlinksldjump"/>
          </p:cNvPr>
          <p:cNvSpPr/>
          <p:nvPr/>
        </p:nvSpPr>
        <p:spPr>
          <a:xfrm>
            <a:off x="1603717" y="3108960"/>
            <a:ext cx="2286000" cy="73152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b="1" dirty="0">
                <a:solidFill>
                  <a:srgbClr val="FFFFFF"/>
                </a:solidFill>
              </a:rPr>
              <a:t>Return to Quiz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Scenario-Based Navigation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Choose your path:</a:t>
            </a:r>
          </a:p>
          <a:p>
            <a:endParaRPr/>
          </a:p>
          <a:p>
            <a:r>
              <a:t>Doctor: AI assists with diagnostics and robotic surgery.</a:t>
            </a:r>
          </a:p>
          <a:p>
            <a:r>
              <a:t>Patient: AI provides symptom checkers and personalized treatments.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668574" y="2518117"/>
            <a:ext cx="1927274" cy="47440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b="1">
                <a:solidFill>
                  <a:srgbClr val="FFFFFF"/>
                </a:solidFill>
              </a:rPr>
              <a:t>Doctor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4248443" y="2518117"/>
            <a:ext cx="1927274" cy="47440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b="1">
                <a:solidFill>
                  <a:srgbClr val="FFFFFF"/>
                </a:solidFill>
              </a:rPr>
              <a:t>Patient Path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719A7-6045-4218-944B-43E489CDA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Doctor’s View Scenario</a:t>
            </a:r>
            <a:endParaRPr lang="en-PK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DE64C-7327-4AE6-A58F-8B68511F4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 assists doctors by:</a:t>
            </a:r>
          </a:p>
          <a:p>
            <a:r>
              <a:rPr lang="en-US" dirty="0"/>
              <a:t>Reading X-rays &amp; MRI</a:t>
            </a:r>
          </a:p>
          <a:p>
            <a:r>
              <a:rPr lang="en-US" dirty="0"/>
              <a:t>Suggesting diagnostics</a:t>
            </a:r>
          </a:p>
          <a:p>
            <a:r>
              <a:rPr lang="en-US" dirty="0"/>
              <a:t>Predicting risks</a:t>
            </a:r>
          </a:p>
          <a:p>
            <a:r>
              <a:rPr lang="en-US" dirty="0"/>
              <a:t>Automating analysis</a:t>
            </a:r>
          </a:p>
          <a:p>
            <a:endParaRPr lang="en-PK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BFBFE9-D957-48F6-9022-011FC8FF1A44}"/>
              </a:ext>
            </a:extLst>
          </p:cNvPr>
          <p:cNvSpPr/>
          <p:nvPr/>
        </p:nvSpPr>
        <p:spPr>
          <a:xfrm>
            <a:off x="1626371" y="4568148"/>
            <a:ext cx="1820214" cy="432246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Return</a:t>
            </a:r>
            <a:r>
              <a:rPr lang="en-US" b="1" dirty="0">
                <a:solidFill>
                  <a:srgbClr val="FFFFFF"/>
                </a:solidFill>
              </a:rPr>
              <a:t> to Quiz</a:t>
            </a:r>
          </a:p>
        </p:txBody>
      </p:sp>
    </p:spTree>
    <p:extLst>
      <p:ext uri="{BB962C8B-B14F-4D97-AF65-F5344CB8AC3E}">
        <p14:creationId xmlns:p14="http://schemas.microsoft.com/office/powerpoint/2010/main" val="2864399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CD9D9-57C6-41AD-93CA-A77E5782A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Patient’s View Scenario</a:t>
            </a:r>
            <a:endParaRPr lang="en-PK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BD4AC-FBB7-4CD8-B014-6466A1A2F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 helps patients by:</a:t>
            </a:r>
          </a:p>
          <a:p>
            <a:r>
              <a:rPr lang="en-US" dirty="0"/>
              <a:t>Virtual assistants (24/7 support)</a:t>
            </a:r>
          </a:p>
          <a:p>
            <a:r>
              <a:rPr lang="en-US" dirty="0"/>
              <a:t>Personalized plans</a:t>
            </a:r>
          </a:p>
          <a:p>
            <a:r>
              <a:rPr lang="en-US" dirty="0"/>
              <a:t>Medication reminders</a:t>
            </a:r>
          </a:p>
          <a:p>
            <a:r>
              <a:rPr lang="en-US" dirty="0"/>
              <a:t>Predictive health data</a:t>
            </a:r>
          </a:p>
          <a:p>
            <a:endParaRPr lang="en-PK" dirty="0"/>
          </a:p>
        </p:txBody>
      </p:sp>
      <p:sp>
        <p:nvSpPr>
          <p:cNvPr id="4" name="Rectangle 3">
            <a:hlinkClick r:id="rId2" action="ppaction://hlinksldjump"/>
            <a:extLst>
              <a:ext uri="{FF2B5EF4-FFF2-40B4-BE49-F238E27FC236}">
                <a16:creationId xmlns:a16="http://schemas.microsoft.com/office/drawing/2014/main" id="{EC17B9A3-78D2-4CDF-B0B3-4886F7DE1FDE}"/>
              </a:ext>
            </a:extLst>
          </p:cNvPr>
          <p:cNvSpPr/>
          <p:nvPr/>
        </p:nvSpPr>
        <p:spPr>
          <a:xfrm>
            <a:off x="1626371" y="4568148"/>
            <a:ext cx="1820214" cy="432246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Return</a:t>
            </a:r>
            <a:r>
              <a:rPr lang="en-US" b="1" dirty="0">
                <a:solidFill>
                  <a:srgbClr val="FFFFFF"/>
                </a:solidFill>
              </a:rPr>
              <a:t> to Quiz</a:t>
            </a:r>
          </a:p>
        </p:txBody>
      </p:sp>
    </p:spTree>
    <p:extLst>
      <p:ext uri="{BB962C8B-B14F-4D97-AF65-F5344CB8AC3E}">
        <p14:creationId xmlns:p14="http://schemas.microsoft.com/office/powerpoint/2010/main" val="36169593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QOlGbaFIj-YuUmewb5W3yQ7wsYoOt_eKLhQg8OHv1T_XuX_2rR9OydmP8AWVYPZRWan-ewzcScUkqUI07uOYZzWQ8Sdnn4g8DOHNU76vA" descr="Video: Artificial intelligence applications in healthcare — showing AI-powered diagnostic tools analyzing medical images and health data, along with doctors and patients interacting with AI systems.">
            <a:hlinkClick r:id="" action="ppaction://media"/>
            <a:extLst>
              <a:ext uri="{FF2B5EF4-FFF2-40B4-BE49-F238E27FC236}">
                <a16:creationId xmlns:a16="http://schemas.microsoft.com/office/drawing/2014/main" id="{91B12B9E-6A92-4D16-A76B-7A0BFAD4090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18979" y="0"/>
            <a:ext cx="8131126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717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917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is transforming healthcare into a data-driven and patient-centered field.</a:t>
            </a:r>
          </a:p>
          <a:p>
            <a:r>
              <a:t>Challenges include privacy, cost, and ethics.</a:t>
            </a:r>
          </a:p>
          <a:p>
            <a:r>
              <a:t>The future lies in collaboration between humans and AI.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37</TotalTime>
  <Words>340</Words>
  <Application>Microsoft Office PowerPoint</Application>
  <PresentationFormat>On-screen Show (4:3)</PresentationFormat>
  <Paragraphs>75</Paragraphs>
  <Slides>14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Gill Sans MT</vt:lpstr>
      <vt:lpstr>Gallery</vt:lpstr>
      <vt:lpstr>The Role of AI in Healthcare</vt:lpstr>
      <vt:lpstr>Agenda</vt:lpstr>
      <vt:lpstr>Introduction</vt:lpstr>
      <vt:lpstr>Applications of AI</vt:lpstr>
      <vt:lpstr>Benefits of AI in Healthcare</vt:lpstr>
      <vt:lpstr>Challenges &amp; Ethical Issues</vt:lpstr>
      <vt:lpstr>Interactive Quiz</vt:lpstr>
      <vt:lpstr>Correct Answer</vt:lpstr>
      <vt:lpstr>Try Again</vt:lpstr>
      <vt:lpstr>Scenario-Based Navigation</vt:lpstr>
      <vt:lpstr>Doctor’s View Scenario</vt:lpstr>
      <vt:lpstr>Patient’s View Scenario</vt:lpstr>
      <vt:lpstr>PowerPoint Presentation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Role of AI in Healthcare</dc:title>
  <dc:subject/>
  <dc:creator/>
  <cp:keywords/>
  <dc:description>generated using python-pptx</dc:description>
  <cp:lastModifiedBy>ALI</cp:lastModifiedBy>
  <cp:revision>6</cp:revision>
  <dcterms:created xsi:type="dcterms:W3CDTF">2013-01-27T09:14:16Z</dcterms:created>
  <dcterms:modified xsi:type="dcterms:W3CDTF">2025-10-03T15:27:34Z</dcterms:modified>
  <cp:category/>
</cp:coreProperties>
</file>